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Merriweather Light" panose="00000400000000000000" pitchFamily="2" charset="0"/>
      <p:regular r:id="rId18"/>
    </p:embeddedFont>
    <p:embeddedFont>
      <p:font typeface="Open Sans" panose="020B0606030504020204" pitchFamily="3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0618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151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 0"/>
          <p:cNvSpPr/>
          <p:nvPr/>
        </p:nvSpPr>
        <p:spPr>
          <a:xfrm>
            <a:off x="6280190" y="2209562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The 90-Second Shield: How SOAR Automates Phishing Response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7606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Scenario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29411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phishing email lands in an employee's inbox with a malicious link disguised as a "password reset."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14563"/>
            <a:ext cx="110285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The 90-Second Automation Breakdown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14067"/>
            <a:ext cx="724983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Second 0–5: Detection &amp; Trigger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793790" y="3921204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921204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41784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Email Flagged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4668917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Email security gateway flags the email as phishing.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921204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6482" y="3921204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</p:sp>
      <p:sp>
        <p:nvSpPr>
          <p:cNvPr id="10" name="Text 8"/>
          <p:cNvSpPr/>
          <p:nvPr/>
        </p:nvSpPr>
        <p:spPr>
          <a:xfrm>
            <a:off x="5565696" y="41784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Alert Sent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65696" y="4668917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Sends alert to SOAR platform (e.g., Palo Alto XSOAR, Splunk SOAR).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921204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9653" y="3921204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</p:sp>
      <p:sp>
        <p:nvSpPr>
          <p:cNvPr id="14" name="Text 12"/>
          <p:cNvSpPr/>
          <p:nvPr/>
        </p:nvSpPr>
        <p:spPr>
          <a:xfrm>
            <a:off x="9988868" y="41784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Playbook Triggered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988868" y="4668917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SOAR playbook automatically </a:t>
            </a: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triggers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no manual intervention needed.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1595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Second 5–20: URL Analysis &amp; Threat Intelligence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0278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57826"/>
            <a:ext cx="6407944" cy="3048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7321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URL Extraction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22255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SOAR extracts the malicious URL from the email.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320278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557826"/>
            <a:ext cx="6408063" cy="3048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37321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VirusTotal Query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4222552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Queries </a:t>
            </a: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VirusTotal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→ confirms the URL hosts malware.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98228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337334"/>
            <a:ext cx="6407944" cy="3048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511641"/>
            <a:ext cx="34768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MISP Threat Intelligence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600206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Checks </a:t>
            </a: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MISP threat intelligence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→ identifies it as part of a known phishing campaign.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98228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337334"/>
            <a:ext cx="6408063" cy="3048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5116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Result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6002060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URL confirmed as malicious.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66405"/>
            <a:ext cx="7556421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Second 20–35: Blocking &amp; Containment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93790" y="2420303"/>
            <a:ext cx="75564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SOAR automatically: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793790" y="2986683"/>
            <a:ext cx="3675817" cy="1913692"/>
          </a:xfrm>
          <a:prstGeom prst="roundRect">
            <a:avLst>
              <a:gd name="adj" fmla="val 472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6794" y="320968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🔒</a:t>
            </a:r>
            <a:r>
              <a:rPr lang="en-US" sz="2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Block URL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16794" y="3669030"/>
            <a:ext cx="322980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Blocks the URL</a:t>
            </a: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the firewall/proxy.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4674275" y="2986683"/>
            <a:ext cx="3675936" cy="1913692"/>
          </a:xfrm>
          <a:prstGeom prst="roundRect">
            <a:avLst>
              <a:gd name="adj" fmla="val 472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97279" y="320968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📧</a:t>
            </a:r>
            <a:r>
              <a:rPr lang="en-US" sz="2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Email Gateway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4897279" y="3669030"/>
            <a:ext cx="3229928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Adds it to the email gateway blocklist</a:t>
            </a: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(prevents future emails with this link).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793790" y="5105043"/>
            <a:ext cx="7556421" cy="1241465"/>
          </a:xfrm>
          <a:prstGeom prst="roundRect">
            <a:avLst>
              <a:gd name="adj" fmla="val 7290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16794" y="532804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🗑️</a:t>
            </a:r>
            <a:r>
              <a:rPr lang="en-US" sz="2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Quarantine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016794" y="5787390"/>
            <a:ext cx="7110412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Quarantines the email</a:t>
            </a: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from the user's inbox.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793790" y="6576774"/>
            <a:ext cx="7556421" cy="886420"/>
          </a:xfrm>
          <a:prstGeom prst="roundRect">
            <a:avLst>
              <a:gd name="adj" fmla="val 10210"/>
            </a:avLst>
          </a:prstGeom>
          <a:solidFill>
            <a:srgbClr val="FFC4B3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174" y="6908959"/>
            <a:ext cx="269319" cy="2153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93877" y="6835259"/>
            <a:ext cx="664094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Result:</a:t>
            </a:r>
            <a:r>
              <a:rPr lang="en-US" sz="16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Threat neutralized before user clicks.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53615"/>
            <a:ext cx="93821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Second 35–50: Endpoint Isolation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1602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the email was already opened, SOAR: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30436" y="4034076"/>
            <a:ext cx="6571417" cy="1941909"/>
          </a:xfrm>
          <a:prstGeom prst="roundRect">
            <a:avLst>
              <a:gd name="adj" fmla="val 8410"/>
            </a:avLst>
          </a:prstGeom>
          <a:solidFill>
            <a:srgbClr val="FFAD94"/>
          </a:solidFill>
          <a:ln/>
        </p:spPr>
      </p:sp>
      <p:sp>
        <p:nvSpPr>
          <p:cNvPr id="5" name="Text 3"/>
          <p:cNvSpPr/>
          <p:nvPr/>
        </p:nvSpPr>
        <p:spPr>
          <a:xfrm>
            <a:off x="857250" y="42608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EDR Monitoring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7250" y="4842034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Triggers </a:t>
            </a: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EDR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monitor the user's device.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4260890"/>
            <a:ext cx="29016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Isolation Commands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84203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Prepares isolation commands (if malware detected).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540900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Result: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Ready to respond if infection occurs.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2520"/>
            <a:ext cx="108326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Second 50–75: Notifications &amp; Logging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7492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SOAR sends alerts to: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892981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743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SOC Team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233863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SOC team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via Slack/Teams.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2892981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6884" y="3743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User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456884" y="4233863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via email (warning about phishing attempt).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5050393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5900857"/>
            <a:ext cx="31876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IT/Security Leadership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93790" y="6391275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IT/Security leadership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(summary report).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5050393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56884" y="59008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Ticket Created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456884" y="6391275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Creates a </a:t>
            </a: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ticket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the ticketing system (TheHive, ServiceNow) with all details.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3053"/>
            <a:ext cx="102577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Second 75–90: Post-Incident Actions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SOAR Logs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79952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Who received the email.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When it was detected.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actions were taken.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436168" y="3571994"/>
            <a:ext cx="6571417" cy="2134553"/>
          </a:xfrm>
          <a:prstGeom prst="roundRect">
            <a:avLst>
              <a:gd name="adj" fmla="val 7651"/>
            </a:avLst>
          </a:prstGeom>
          <a:solidFill>
            <a:srgbClr val="FFAD94"/>
          </a:solidFill>
          <a:ln/>
        </p:spPr>
      </p:sp>
      <p:sp>
        <p:nvSpPr>
          <p:cNvPr id="6" name="Text 4"/>
          <p:cNvSpPr/>
          <p:nvPr/>
        </p:nvSpPr>
        <p:spPr>
          <a:xfrm>
            <a:off x="7662982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Follow-Up Actions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62982" y="4379952"/>
            <a:ext cx="6117788" cy="1168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Triggers </a:t>
            </a: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awareness training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affected users.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Updates </a:t>
            </a: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threat intelligence feeds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 new IOCs.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9872"/>
            <a:ext cx="10146149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What Would Take 2–3 Hours Manually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93790" y="1962626"/>
            <a:ext cx="13042821" cy="5386983"/>
          </a:xfrm>
          <a:prstGeom prst="roundRect">
            <a:avLst>
              <a:gd name="adj" fmla="val 168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1970246"/>
            <a:ext cx="1302758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16913" y="2100620"/>
            <a:ext cx="4776430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Task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231731" y="2100620"/>
            <a:ext cx="346983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Time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139958" y="2100620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SOAR Time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01410" y="2567107"/>
            <a:ext cx="13027581" cy="5968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16913" y="2697480"/>
            <a:ext cx="4776430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Receive alert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231731" y="2697480"/>
            <a:ext cx="346983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min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0139958" y="2697480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 min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01410" y="3163967"/>
            <a:ext cx="1302758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16913" y="3294340"/>
            <a:ext cx="4776430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 threat intel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231731" y="3294340"/>
            <a:ext cx="346983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 min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139958" y="3294340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min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01410" y="3760827"/>
            <a:ext cx="13027581" cy="5968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16913" y="3891201"/>
            <a:ext cx="4776430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Block URL in firewall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231731" y="3891201"/>
            <a:ext cx="346983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min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139958" y="3891201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min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801410" y="4357688"/>
            <a:ext cx="1302758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16913" y="4488061"/>
            <a:ext cx="4776430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Block in email gateway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231731" y="4488061"/>
            <a:ext cx="346983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min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0139958" y="4488061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min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801410" y="4954548"/>
            <a:ext cx="13027581" cy="5968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16913" y="5084921"/>
            <a:ext cx="4776430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Notify team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6231731" y="5084921"/>
            <a:ext cx="346983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min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0139958" y="5084921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min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801410" y="5551408"/>
            <a:ext cx="1302758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16913" y="5681782"/>
            <a:ext cx="4776430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ticket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6231731" y="5681782"/>
            <a:ext cx="346983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 min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0139958" y="5681782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min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801410" y="6148268"/>
            <a:ext cx="13027581" cy="5968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016913" y="6278642"/>
            <a:ext cx="4776430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Isolate endpoint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6231731" y="6278642"/>
            <a:ext cx="346983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min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0139958" y="6278642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min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801410" y="6745129"/>
            <a:ext cx="1302758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016913" y="6875502"/>
            <a:ext cx="4776430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6231731" y="6875502"/>
            <a:ext cx="346983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FFAD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85 minutes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0139958" y="6875502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FFAD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 seconds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6879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Behind the Scenes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93790" y="1676995"/>
            <a:ext cx="13042821" cy="5805726"/>
          </a:xfrm>
          <a:prstGeom prst="roundRect">
            <a:avLst>
              <a:gd name="adj" fmla="val 1395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84265" y="1676995"/>
            <a:ext cx="13061871" cy="5805726"/>
          </a:xfrm>
          <a:prstGeom prst="roundRect">
            <a:avLst>
              <a:gd name="adj" fmla="val 498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1025247" y="1869758"/>
            <a:ext cx="12579906" cy="542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START: Phishing Email Detected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EXTRACT: Malicious URL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QUERY: VirusTotal API → Is URL malicious?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QUERY: MISP → Known threat actor?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malicious: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 Block URL in Firewall (Palo Alto API)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 Block in Email Gateway (Proofpoint API)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 Quarantine Email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 Trigger EDR Monitoring (CrowdStrike API)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Send Slack Alert to SOC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Send Email to User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Create Ticket in ServiceNow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└─ Log to SIEM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END: Incident Contained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92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Why SOAR Wins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71700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40613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AD9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2593181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3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Speed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803809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90 seconds vs. 2–3 hours manually.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171700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1396" y="240613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AD9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2593181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33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Consistency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380380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Same response every time — no human error.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171700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4568" y="240613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AD94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1734" y="2593181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33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Scalability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380380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Handles 1,000 phishing emails simultaneously.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4990862"/>
            <a:ext cx="6407944" cy="2229445"/>
          </a:xfrm>
          <a:prstGeom prst="roundRect">
            <a:avLst>
              <a:gd name="adj" fmla="val 4273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28224" y="52252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AD94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15390" y="5412343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8224" y="61325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Analyst Focus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28224" y="6622971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Frees up SOC team for complex investigations.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7428548" y="4990862"/>
            <a:ext cx="6407944" cy="2229445"/>
          </a:xfrm>
          <a:prstGeom prst="roundRect">
            <a:avLst>
              <a:gd name="adj" fmla="val 4273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662982" y="52252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AD94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50148" y="5412343"/>
            <a:ext cx="306110" cy="3061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62982" y="61325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Audit Trail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7662982" y="6622971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Complete documentation for compliance.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7523" y="26283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Before SOAR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34362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 phishing emails/day → 5–10 reach users → 2–3 infections.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167697"/>
            <a:ext cx="13042821" cy="35957"/>
          </a:xfrm>
          <a:prstGeom prst="rect">
            <a:avLst/>
          </a:prstGeom>
          <a:solidFill>
            <a:srgbClr val="403C4E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897523" y="45437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After SOAR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23827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 phishing emails/day → 0–1 reach users → 0 infections.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581</Words>
  <Application>Microsoft Office PowerPoint</Application>
  <PresentationFormat>Custom</PresentationFormat>
  <Paragraphs>132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Consolas</vt:lpstr>
      <vt:lpstr>Open Sans</vt:lpstr>
      <vt:lpstr>Merriweather Bold</vt:lpstr>
      <vt:lpstr>Merriweather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2026-03-20T17:33:22Z</dcterms:created>
  <dcterms:modified xsi:type="dcterms:W3CDTF">2026-03-20T17:38:12Z</dcterms:modified>
</cp:coreProperties>
</file>