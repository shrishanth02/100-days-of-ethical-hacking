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7562850" cy="10688638"/>
  <p:notesSz cx="10688638" cy="7562850"/>
  <p:embeddedFontLs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DM Sans" pitchFamily="2" charset="0"/>
      <p:regular r:id="rId12"/>
    </p:embeddedFont>
    <p:embeddedFont>
      <p:font typeface="Libre Baskerville" panose="02000000000000000000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25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325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26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62026" cy="10689336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26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62026" cy="10689336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26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62026" cy="10689336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26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62026" cy="10689336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26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62026" cy="10689336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616" y="381551"/>
            <a:ext cx="3688672" cy="346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Windows CLI Commands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85616" y="783841"/>
            <a:ext cx="4008497" cy="346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Info &amp; Enumeration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85616" y="1338813"/>
            <a:ext cx="6590795" cy="444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these commands to gather detailed information about the operating system, hardware, installed patches, running processes, and environment configuration.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5616" y="1938956"/>
            <a:ext cx="2104437" cy="3793294"/>
          </a:xfrm>
          <a:prstGeom prst="roundRect">
            <a:avLst>
              <a:gd name="adj" fmla="val 3593"/>
            </a:avLst>
          </a:prstGeom>
          <a:solidFill>
            <a:srgbClr val="FFFDFA"/>
          </a:solidFill>
          <a:ln w="15754">
            <a:solidFill>
              <a:srgbClr val="DDD3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9861" y="1938956"/>
            <a:ext cx="63017" cy="3793294"/>
          </a:xfrm>
          <a:prstGeom prst="roundRect">
            <a:avLst>
              <a:gd name="adj" fmla="val 92478"/>
            </a:avLst>
          </a:prstGeom>
          <a:solidFill>
            <a:srgbClr val="B88E23"/>
          </a:solidFill>
          <a:ln/>
        </p:spPr>
      </p:sp>
      <p:sp>
        <p:nvSpPr>
          <p:cNvPr id="7" name="Text 5"/>
          <p:cNvSpPr/>
          <p:nvPr/>
        </p:nvSpPr>
        <p:spPr>
          <a:xfrm>
            <a:off x="687345" y="2093423"/>
            <a:ext cx="1748241" cy="433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Identity &amp; Environment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7345" y="2610117"/>
            <a:ext cx="1748241" cy="2510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current logged-in user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computer name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environment variables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%username%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username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 /t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date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 /t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time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28764" y="1938956"/>
            <a:ext cx="2104437" cy="3793294"/>
          </a:xfrm>
          <a:prstGeom prst="roundRect">
            <a:avLst>
              <a:gd name="adj" fmla="val 3593"/>
            </a:avLst>
          </a:prstGeom>
          <a:solidFill>
            <a:srgbClr val="FFFDFA"/>
          </a:solidFill>
          <a:ln w="15754">
            <a:solidFill>
              <a:srgbClr val="DDD3B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13010" y="1938956"/>
            <a:ext cx="63017" cy="3793294"/>
          </a:xfrm>
          <a:prstGeom prst="roundRect">
            <a:avLst>
              <a:gd name="adj" fmla="val 92478"/>
            </a:avLst>
          </a:prstGeom>
          <a:solidFill>
            <a:srgbClr val="B88E23"/>
          </a:solidFill>
          <a:ln/>
        </p:spPr>
      </p:sp>
      <p:sp>
        <p:nvSpPr>
          <p:cNvPr id="11" name="Text 9"/>
          <p:cNvSpPr/>
          <p:nvPr/>
        </p:nvSpPr>
        <p:spPr>
          <a:xfrm>
            <a:off x="2930494" y="2093423"/>
            <a:ext cx="1734394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OS &amp; Hardware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30494" y="2393371"/>
            <a:ext cx="1748241" cy="3184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systeminfo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Full OS, patch and hardware information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Windows version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wmic os get caption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OS name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wmic cpu get name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CPU information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wmic bios get serialnumber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BIOS serial number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wmic qfe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installed patches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71913" y="1938956"/>
            <a:ext cx="2104498" cy="3793294"/>
          </a:xfrm>
          <a:prstGeom prst="roundRect">
            <a:avLst>
              <a:gd name="adj" fmla="val 3593"/>
            </a:avLst>
          </a:prstGeom>
          <a:solidFill>
            <a:srgbClr val="FFFDFA"/>
          </a:solidFill>
          <a:ln w="15754">
            <a:solidFill>
              <a:srgbClr val="DDD3B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56159" y="1938956"/>
            <a:ext cx="63017" cy="3793294"/>
          </a:xfrm>
          <a:prstGeom prst="roundRect">
            <a:avLst>
              <a:gd name="adj" fmla="val 92478"/>
            </a:avLst>
          </a:prstGeom>
          <a:solidFill>
            <a:srgbClr val="B88E23"/>
          </a:solidFill>
          <a:ln/>
        </p:spPr>
      </p:sp>
      <p:sp>
        <p:nvSpPr>
          <p:cNvPr id="15" name="Text 13"/>
          <p:cNvSpPr/>
          <p:nvPr/>
        </p:nvSpPr>
        <p:spPr>
          <a:xfrm>
            <a:off x="5173642" y="2093423"/>
            <a:ext cx="1748302" cy="433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Processes &amp; Drivers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173642" y="2610117"/>
            <a:ext cx="1748302" cy="1675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driverquery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List installed drivers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running processes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 /svc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Processes with services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5616" y="5940380"/>
            <a:ext cx="4174164" cy="346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&amp; Account Enumeration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485616" y="6495352"/>
            <a:ext cx="6590795" cy="444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commands allow you to enumerate users, groups, privileges, and account policies on a Windows system.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5735" y="7095495"/>
            <a:ext cx="3325891" cy="2554176"/>
          </a:xfrm>
          <a:prstGeom prst="roundRect">
            <a:avLst>
              <a:gd name="adj" fmla="val 3911"/>
            </a:avLst>
          </a:prstGeom>
          <a:solidFill>
            <a:srgbClr val="B88E23"/>
          </a:solidFill>
          <a:ln/>
        </p:spPr>
      </p:sp>
      <p:sp>
        <p:nvSpPr>
          <p:cNvPr id="20" name="Text 18"/>
          <p:cNvSpPr/>
          <p:nvPr/>
        </p:nvSpPr>
        <p:spPr>
          <a:xfrm>
            <a:off x="524448" y="7234207"/>
            <a:ext cx="1891568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&amp; Group Listing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4448" y="7589665"/>
            <a:ext cx="3048467" cy="156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 user</a:t>
            </a: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List all users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 user &lt;username&gt;</a:t>
            </a: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user details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 localgroup</a:t>
            </a: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List groups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 localgroup administrators</a:t>
            </a: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admin users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query user</a:t>
            </a: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logged-in users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54157" y="7234207"/>
            <a:ext cx="1734394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Privileges &amp; Policy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54157" y="7589665"/>
            <a:ext cx="3126131" cy="1008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whoami /groups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user group membership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whoami /priv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user privileges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 accounts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password policy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54157" y="8737272"/>
            <a:ext cx="1954339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Account Management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954157" y="9092730"/>
            <a:ext cx="3126131" cy="50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 user &lt;user&gt; /active:no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Disable user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 user * &lt;user&gt;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Change user password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616" y="381551"/>
            <a:ext cx="3191241" cy="346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Network Enumeration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85616" y="1005879"/>
            <a:ext cx="6590795" cy="55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these commands to inspect network configuration, open ports, routing, DNS, ARP tables, shares, and remote connections.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85616" y="1716795"/>
            <a:ext cx="2104437" cy="4486917"/>
          </a:xfrm>
          <a:prstGeom prst="roundRect">
            <a:avLst>
              <a:gd name="adj" fmla="val 2769"/>
            </a:avLst>
          </a:prstGeom>
          <a:solidFill>
            <a:srgbClr val="F7EDD4"/>
          </a:solidFill>
          <a:ln w="7877">
            <a:solidFill>
              <a:srgbClr val="DDD3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2205" y="1863384"/>
            <a:ext cx="1734394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IP &amp; Interface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2205" y="2163333"/>
            <a:ext cx="1811258" cy="323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IP information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 /all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full network configuration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 /displaydns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DNS cache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 /flushdns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Clear DNS cache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getmac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MAC address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arp -a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ARP table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 print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routing table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28764" y="1716795"/>
            <a:ext cx="2104437" cy="4486917"/>
          </a:xfrm>
          <a:prstGeom prst="roundRect">
            <a:avLst>
              <a:gd name="adj" fmla="val 2769"/>
            </a:avLst>
          </a:prstGeom>
          <a:solidFill>
            <a:srgbClr val="F7EDD4"/>
          </a:solidFill>
          <a:ln w="7877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5353" y="1863384"/>
            <a:ext cx="1811258" cy="433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Ports &amp; Connectivity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75353" y="2380078"/>
            <a:ext cx="1811258" cy="3677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netstat -an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open ports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netstat -ano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ports with PID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netstat -b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process using port (admin)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ping &lt;host&gt;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Test connectivity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tracert &lt;host&gt;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Trace network route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pathping &lt;host&gt;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Ping with route loss analysis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nslookup &lt;host&gt;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DNS lookup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71913" y="1716795"/>
            <a:ext cx="2104498" cy="4486917"/>
          </a:xfrm>
          <a:prstGeom prst="roundRect">
            <a:avLst>
              <a:gd name="adj" fmla="val 2769"/>
            </a:avLst>
          </a:prstGeom>
          <a:solidFill>
            <a:srgbClr val="F7EDD4"/>
          </a:solidFill>
          <a:ln w="7877">
            <a:solidFill>
              <a:srgbClr val="DDD3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18502" y="1863384"/>
            <a:ext cx="1734394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Shares &amp; Drives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118502" y="2163333"/>
            <a:ext cx="1811319" cy="3176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 view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network shares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 view \\target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target shares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nbtstat -n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NetBIOS names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nbtstat -A &lt;ip&gt;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remote NetBIOS info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 use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mapped drives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 use \\ip\share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Connect to network share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616" y="381551"/>
            <a:ext cx="3970219" cy="346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File &amp; Directory Operations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85616" y="1005879"/>
            <a:ext cx="6590795" cy="55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Essential commands for navigating, creating, copying, moving, deleting, and inspecting files and directories from the command line.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85616" y="1855507"/>
            <a:ext cx="1828305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Navigation &amp; Listing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85616" y="2210965"/>
            <a:ext cx="3126131" cy="1065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dir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List files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dir /a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hidden files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tree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directory tree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 &lt;path&gt;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Change directory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85616" y="3415005"/>
            <a:ext cx="1734394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Create &amp; Remove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5616" y="3770462"/>
            <a:ext cx="3126131" cy="786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mkdir &lt;name&gt;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Create folder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rmdir &lt;name&gt;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Remove folder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 &lt;file&gt;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Delete file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54157" y="1855507"/>
            <a:ext cx="2047573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Copy, Move &amp; Rename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54157" y="2210965"/>
            <a:ext cx="3126131" cy="786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copy &lt;src&gt; &lt;dst&gt;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Copy file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move &lt;src&gt; &lt;dst&gt;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Move file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rename &lt;old&gt; &lt;new&gt;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Rename file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54157" y="3136534"/>
            <a:ext cx="1734394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Read &amp; Attributes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54157" y="3491992"/>
            <a:ext cx="3126131" cy="134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 file.txt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Read file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more file.txt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Read file page by page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attrib &lt;file&gt;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file attributes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attrib +h file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Hide file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file.exe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Find file path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5616" y="5092475"/>
            <a:ext cx="2775043" cy="346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Search &amp; Forensics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485616" y="5647447"/>
            <a:ext cx="6590795" cy="444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commands are used for searching file contents, comparing files, generating hashes, checking encryption, and performing forensic analysis on a Windows system.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5616" y="6247590"/>
            <a:ext cx="2104437" cy="3487007"/>
          </a:xfrm>
          <a:prstGeom prst="roundRect">
            <a:avLst>
              <a:gd name="adj" fmla="val 2769"/>
            </a:avLst>
          </a:prstGeom>
          <a:solidFill>
            <a:srgbClr val="FFFDFA"/>
          </a:solidFill>
          <a:ln w="15754">
            <a:solidFill>
              <a:srgbClr val="DDD3B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1370" y="6263344"/>
            <a:ext cx="2072928" cy="416260"/>
          </a:xfrm>
          <a:prstGeom prst="roundRect">
            <a:avLst>
              <a:gd name="adj" fmla="val 9458"/>
            </a:avLst>
          </a:prstGeom>
          <a:solidFill>
            <a:srgbClr val="F7EDD4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3769" y="6363409"/>
            <a:ext cx="208130" cy="2081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2" y="6818316"/>
            <a:ext cx="1734394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Text Search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2" y="7118265"/>
            <a:ext cx="1795504" cy="2461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 "text" file.txt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Search for text in file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findstr "text" file.txt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Advanced search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findstr /s /i password *.*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Search recursively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dir /s filename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Search for file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forfiles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Find files by date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728764" y="6247590"/>
            <a:ext cx="2104437" cy="3487007"/>
          </a:xfrm>
          <a:prstGeom prst="roundRect">
            <a:avLst>
              <a:gd name="adj" fmla="val 2769"/>
            </a:avLst>
          </a:prstGeom>
          <a:solidFill>
            <a:srgbClr val="FFFDFA"/>
          </a:solidFill>
          <a:ln w="15754">
            <a:solidFill>
              <a:srgbClr val="DDD3B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4519" y="6263344"/>
            <a:ext cx="2072928" cy="416260"/>
          </a:xfrm>
          <a:prstGeom prst="roundRect">
            <a:avLst>
              <a:gd name="adj" fmla="val 9458"/>
            </a:avLst>
          </a:prstGeom>
          <a:solidFill>
            <a:srgbClr val="F7EDD4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76918" y="6363409"/>
            <a:ext cx="208130" cy="20813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883231" y="6818316"/>
            <a:ext cx="1795504" cy="433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File Comparison &amp; Hashing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2883231" y="7335010"/>
            <a:ext cx="1795504" cy="1182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fc file1 file2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Compare files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certutil -hashfile file sha256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Generate file hash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971913" y="6247590"/>
            <a:ext cx="2104498" cy="3487007"/>
          </a:xfrm>
          <a:prstGeom prst="roundRect">
            <a:avLst>
              <a:gd name="adj" fmla="val 2769"/>
            </a:avLst>
          </a:prstGeom>
          <a:solidFill>
            <a:srgbClr val="FFFDFA"/>
          </a:solidFill>
          <a:ln w="15754">
            <a:solidFill>
              <a:srgbClr val="DDD3B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987667" y="6263344"/>
            <a:ext cx="2072989" cy="416260"/>
          </a:xfrm>
          <a:prstGeom prst="roundRect">
            <a:avLst>
              <a:gd name="adj" fmla="val 9458"/>
            </a:avLst>
          </a:prstGeom>
          <a:solidFill>
            <a:srgbClr val="F7EDD4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0066" y="6363409"/>
            <a:ext cx="208130" cy="20813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26379" y="6818316"/>
            <a:ext cx="1795565" cy="433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Encryption &amp; Compression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5126379" y="7335010"/>
            <a:ext cx="1795565" cy="145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cipher /c file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Check encryption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cipher /w:c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Wipe deleted space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compact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Check compression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616" y="381551"/>
            <a:ext cx="3685902" cy="346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 &amp; Service Control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85616" y="783841"/>
            <a:ext cx="6590795" cy="104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 these commands to list, manage, and terminate running processes and Windows services from the command line.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385735" y="2032498"/>
            <a:ext cx="3325891" cy="1329582"/>
          </a:xfrm>
          <a:prstGeom prst="roundRect">
            <a:avLst>
              <a:gd name="adj" fmla="val 7514"/>
            </a:avLst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524448" y="2171210"/>
            <a:ext cx="1885845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 Management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4448" y="2526668"/>
            <a:ext cx="3048467" cy="786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</a:t>
            </a: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List processes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taskkill /PID 1234</a:t>
            </a: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Kill process by PID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taskkill /IM proc.exe /F</a:t>
            </a: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Force kill process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954157" y="2171210"/>
            <a:ext cx="1873845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Service Management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54157" y="2526668"/>
            <a:ext cx="3126131" cy="50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 query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List services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 query state= all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all services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5616" y="3570210"/>
            <a:ext cx="3286936" cy="346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Security &amp; Permissions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485616" y="4125182"/>
            <a:ext cx="6590795" cy="444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 for managing file permissions, ownership, audit policies, group policy, and system power state.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5616" y="4725325"/>
            <a:ext cx="2104437" cy="2546607"/>
          </a:xfrm>
          <a:prstGeom prst="roundRect">
            <a:avLst>
              <a:gd name="adj" fmla="val 2769"/>
            </a:avLst>
          </a:prstGeom>
          <a:solidFill>
            <a:srgbClr val="F7EDD4"/>
          </a:solidFill>
          <a:ln w="7877">
            <a:solidFill>
              <a:srgbClr val="DDD3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205" y="4871914"/>
            <a:ext cx="1811258" cy="433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Permissions &amp; Ownership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205" y="5388608"/>
            <a:ext cx="1811258" cy="145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icacls file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permissions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icacls file /grant user:F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Grant full access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takeown /f file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Take ownership of file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28764" y="4725325"/>
            <a:ext cx="2104437" cy="2546607"/>
          </a:xfrm>
          <a:prstGeom prst="roundRect">
            <a:avLst>
              <a:gd name="adj" fmla="val 2769"/>
            </a:avLst>
          </a:prstGeom>
          <a:solidFill>
            <a:srgbClr val="F7EDD4"/>
          </a:solidFill>
          <a:ln w="7877">
            <a:solidFill>
              <a:srgbClr val="DDD3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5353" y="4871914"/>
            <a:ext cx="1734394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Audit &amp; Policy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75353" y="5171862"/>
            <a:ext cx="1811258" cy="195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auditpol /get /category:*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audit policy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secedit /export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Export security policy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gpresult /r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group policy result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gpupdate /force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Update group policy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71913" y="4725325"/>
            <a:ext cx="2104498" cy="2546607"/>
          </a:xfrm>
          <a:prstGeom prst="roundRect">
            <a:avLst>
              <a:gd name="adj" fmla="val 2769"/>
            </a:avLst>
          </a:prstGeom>
          <a:solidFill>
            <a:srgbClr val="F7EDD4"/>
          </a:solidFill>
          <a:ln w="7877">
            <a:solidFill>
              <a:srgbClr val="DDD3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18502" y="4871914"/>
            <a:ext cx="1734394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Session &amp; Power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18502" y="5171862"/>
            <a:ext cx="1811319" cy="1230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logoff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Log off user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shutdown /s /t 0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Shutdown system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shutdown /r /t 0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Restart system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616" y="381551"/>
            <a:ext cx="3249519" cy="346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Disk &amp; System Utilities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85616" y="783841"/>
            <a:ext cx="6590795" cy="104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These commands cover disk health, system file repair, volume management, power configuration, and event log access.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485616" y="2032498"/>
            <a:ext cx="2104437" cy="2848709"/>
          </a:xfrm>
          <a:prstGeom prst="roundRect">
            <a:avLst>
              <a:gd name="adj" fmla="val 3593"/>
            </a:avLst>
          </a:prstGeom>
          <a:solidFill>
            <a:srgbClr val="FFFDFA"/>
          </a:solidFill>
          <a:ln w="15754">
            <a:solidFill>
              <a:srgbClr val="DDD3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9861" y="2032498"/>
            <a:ext cx="63017" cy="2848709"/>
          </a:xfrm>
          <a:prstGeom prst="roundRect">
            <a:avLst>
              <a:gd name="adj" fmla="val 92478"/>
            </a:avLst>
          </a:prstGeom>
          <a:solidFill>
            <a:srgbClr val="B88E23"/>
          </a:solidFill>
          <a:ln/>
        </p:spPr>
      </p:sp>
      <p:sp>
        <p:nvSpPr>
          <p:cNvPr id="6" name="Text 4"/>
          <p:cNvSpPr/>
          <p:nvPr/>
        </p:nvSpPr>
        <p:spPr>
          <a:xfrm>
            <a:off x="687345" y="2186964"/>
            <a:ext cx="1734394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Disk Management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7345" y="2486913"/>
            <a:ext cx="1748241" cy="2239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chkdsk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Check disk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diskpart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Disk management tool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mountvol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volume mount points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fsutil fsinfo drives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List drives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fsutil file createnew file 1000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Create new file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28764" y="2032498"/>
            <a:ext cx="2104437" cy="2848709"/>
          </a:xfrm>
          <a:prstGeom prst="roundRect">
            <a:avLst>
              <a:gd name="adj" fmla="val 3593"/>
            </a:avLst>
          </a:prstGeom>
          <a:solidFill>
            <a:srgbClr val="FFFDFA"/>
          </a:solidFill>
          <a:ln w="15754">
            <a:solidFill>
              <a:srgbClr val="DDD3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13010" y="2032498"/>
            <a:ext cx="63017" cy="2848709"/>
          </a:xfrm>
          <a:prstGeom prst="roundRect">
            <a:avLst>
              <a:gd name="adj" fmla="val 92478"/>
            </a:avLst>
          </a:prstGeom>
          <a:solidFill>
            <a:srgbClr val="B88E23"/>
          </a:solidFill>
          <a:ln/>
        </p:spPr>
      </p:sp>
      <p:sp>
        <p:nvSpPr>
          <p:cNvPr id="10" name="Text 8"/>
          <p:cNvSpPr/>
          <p:nvPr/>
        </p:nvSpPr>
        <p:spPr>
          <a:xfrm>
            <a:off x="2930494" y="2186964"/>
            <a:ext cx="1734394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Repair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30494" y="2486913"/>
            <a:ext cx="1748241" cy="1182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sfc /scannow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Scan and repair system files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dism /online /cleanup-image /restorehealth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Repair Windows image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71913" y="2032498"/>
            <a:ext cx="2104498" cy="2848709"/>
          </a:xfrm>
          <a:prstGeom prst="roundRect">
            <a:avLst>
              <a:gd name="adj" fmla="val 3593"/>
            </a:avLst>
          </a:prstGeom>
          <a:solidFill>
            <a:srgbClr val="FFFDFA"/>
          </a:solidFill>
          <a:ln w="15754">
            <a:solidFill>
              <a:srgbClr val="DDD3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6159" y="2032498"/>
            <a:ext cx="63017" cy="2848709"/>
          </a:xfrm>
          <a:prstGeom prst="roundRect">
            <a:avLst>
              <a:gd name="adj" fmla="val 92478"/>
            </a:avLst>
          </a:prstGeom>
          <a:solidFill>
            <a:srgbClr val="B88E23"/>
          </a:solidFill>
          <a:ln/>
        </p:spPr>
      </p:sp>
      <p:sp>
        <p:nvSpPr>
          <p:cNvPr id="14" name="Text 12"/>
          <p:cNvSpPr/>
          <p:nvPr/>
        </p:nvSpPr>
        <p:spPr>
          <a:xfrm>
            <a:off x="5173642" y="2186964"/>
            <a:ext cx="1748302" cy="433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&amp; Event Logs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73642" y="2703658"/>
            <a:ext cx="1748302" cy="145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powercfg /a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Show power modes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wevtutil qe System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Read event logs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eventvwr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Open Event Viewer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993</Words>
  <Application>Microsoft Office PowerPoint</Application>
  <PresentationFormat>Custom</PresentationFormat>
  <Paragraphs>141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DM Sans</vt:lpstr>
      <vt:lpstr>Consolas</vt:lpstr>
      <vt:lpstr>Libre Baskerville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2026-03-13T11:08:49Z</dcterms:created>
  <dcterms:modified xsi:type="dcterms:W3CDTF">2026-03-13T11:10:26Z</dcterms:modified>
</cp:coreProperties>
</file>