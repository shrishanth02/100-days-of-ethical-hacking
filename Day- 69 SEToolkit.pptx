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Gelasio" panose="020B0604020202020204" charset="0"/>
      <p:regular r:id="rId9"/>
    </p:embeddedFont>
    <p:embeddedFont>
      <p:font typeface="Lato" panose="020F0502020204030203" pitchFamily="34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419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hyperlink" Target="https://www.oreilly.com/library/view/mastering-kali-linux/9781789340563/9eae69f5-39be-4bc2-b7ff-bd52bd6c99de.xhtml" TargetMode="External"/><Relationship Id="rId10" Type="http://schemas.openxmlformats.org/officeDocument/2006/relationships/image" Target="../media/image15.png"/><Relationship Id="rId4" Type="http://schemas.openxmlformats.org/officeDocument/2006/relationships/image" Target="../media/image10.svg"/><Relationship Id="rId9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SEToolkit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Social-Engineer Toolkit (SET) is an open-source, Python-driven penetration testing framework designed to simulate and evaluate social engineering attacks.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64858"/>
            <a:ext cx="1706166" cy="426244"/>
          </a:xfrm>
          <a:prstGeom prst="roundRect">
            <a:avLst>
              <a:gd name="adj" fmla="val 17880"/>
            </a:avLst>
          </a:prstGeom>
          <a:solidFill>
            <a:srgbClr val="E8E8E3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32842"/>
            <a:ext cx="143398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FUNCTIONALITY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818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Phishing Attack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630436" y="2330768"/>
            <a:ext cx="4531876" cy="5133975"/>
          </a:xfrm>
          <a:prstGeom prst="roundRect">
            <a:avLst>
              <a:gd name="adj" fmla="val 3604"/>
            </a:avLst>
          </a:prstGeom>
          <a:solidFill>
            <a:srgbClr val="E5E5E0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57250" y="4074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It Does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4655344"/>
            <a:ext cx="407824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Allows users to craft convincing emails and simulate mass mailer attacks to test employee susceptibility.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2585918"/>
            <a:ext cx="8284131" cy="46236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460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Website Attack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94992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49710" y="2794992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6" name="Text 3"/>
          <p:cNvSpPr/>
          <p:nvPr/>
        </p:nvSpPr>
        <p:spPr>
          <a:xfrm>
            <a:off x="6628924" y="30522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Credential Harvester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628924" y="3542705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Clones legitimate websites (e.g., Twitter or Gmail) to capture user credentials.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4752618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49710" y="4752618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5E5E0"/>
          </a:solidFill>
          <a:ln/>
        </p:spPr>
      </p:sp>
      <p:sp>
        <p:nvSpPr>
          <p:cNvPr id="10" name="Text 7"/>
          <p:cNvSpPr/>
          <p:nvPr/>
        </p:nvSpPr>
        <p:spPr>
          <a:xfrm>
            <a:off x="6628924" y="50099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Site Cloner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28924" y="5500330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Creates malicious clones of real websites for deceptive social engineering scenarios.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436" y="1082873"/>
            <a:ext cx="4531876" cy="6063853"/>
          </a:xfrm>
          <a:prstGeom prst="roundRect">
            <a:avLst>
              <a:gd name="adj" fmla="val 3604"/>
            </a:avLst>
          </a:prstGeom>
          <a:solidFill>
            <a:srgbClr val="D3C1B6">
              <a:alpha val="9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57250" y="2647474"/>
            <a:ext cx="4078248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Infectious Media Generator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5559981" y="1286947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Creates payloads embedded in files (like PDFs or Office documents) or USB drives that execute when opened or inserted.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2267903"/>
            <a:ext cx="8284131" cy="46236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29445"/>
            <a:ext cx="66027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PowerShell Attack Vectors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278386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3505200"/>
            <a:ext cx="28490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Advanced Exploitation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Leverages PowerShell for advanced exploitation tasks.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639270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Post-Exploitation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Leverages PowerShell for post-exploitation tasks.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689812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Integration with Metasploit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5E5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Seamless Integration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Seamlessly integrates with the </a:t>
            </a:r>
            <a:r>
              <a:rPr lang="en-US" sz="1750" u="sng" dirty="0">
                <a:solidFill>
                  <a:srgbClr val="6F6F5D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Metasploit Framework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a powerful combined toolkit.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5E5E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Payloads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Provides payloads to deliver and execute on target systems.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5E5E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Encryption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Encryption for bypassing antivirus detection on compromised systems.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5E5E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Listeners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Listeners to handle compromised systems after exploitation.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Custom</PresentationFormat>
  <Paragraphs>33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Gelasio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2026-03-06T11:08:37Z</dcterms:created>
  <dcterms:modified xsi:type="dcterms:W3CDTF">2026-03-06T11:09:39Z</dcterms:modified>
</cp:coreProperties>
</file>