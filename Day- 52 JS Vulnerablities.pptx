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ontserrat" panose="00000500000000000000" pitchFamily="2" charset="0"/>
      <p:regular r:id="rId13"/>
      <p:bold r:id="rId14"/>
      <p: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8950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420314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JavaScript Vulnerabilities: How They Work, Exploits, and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6170652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Understanding, identifying, and defending against JavaScript security threats in modern web applications.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159" y="999292"/>
            <a:ext cx="8562142" cy="659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Are JavaScript Vulnerabilities?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59" y="2231350"/>
            <a:ext cx="8427125" cy="470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24536" y="2102763"/>
            <a:ext cx="4312206" cy="154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JavaScript vulnerabilities are critical flaws in code or execution environments that attackers exploit to manipulate application behavior, steal sensitive data, or gain unauthorized system access.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9624536" y="3811905"/>
            <a:ext cx="4312206" cy="1233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security gaps affect both client-side browser environments and server-side Node.js applications, creating widespread risk across the entire web ecosystem.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624536" y="5212556"/>
            <a:ext cx="4312206" cy="1850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vulnerability types include Cross-Site Scripting (XSS), Prototype Pollution, Supply Chain Attacks, and Insecure Deserialization—each with unique exploitation vectors and devastating potential impacts.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02519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How JavaScript Vulnerabilities Work: The Mechanics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961203"/>
            <a:ext cx="6448544" cy="1974652"/>
          </a:xfrm>
          <a:prstGeom prst="roundRect">
            <a:avLst>
              <a:gd name="adj" fmla="val 1645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504" y="318539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Dynamic Nature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82504" y="3671530"/>
            <a:ext cx="600015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JavaScript's flexible, dynamic typing and prototype-based inheritance create numerous attack surfaces that traditional compiled languages don't expose.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23428" y="2961203"/>
            <a:ext cx="6448663" cy="1974652"/>
          </a:xfrm>
          <a:prstGeom prst="roundRect">
            <a:avLst>
              <a:gd name="adj" fmla="val 1645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47623" y="318539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Exploitation Vectors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47623" y="3671530"/>
            <a:ext cx="600027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Attackers target unsanitized user inputs, insecure dependencies, or sandbox escape techniques to inject malicious code into trusted execution contexts.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8309" y="5152430"/>
            <a:ext cx="6448544" cy="1974652"/>
          </a:xfrm>
          <a:prstGeom prst="roundRect">
            <a:avLst>
              <a:gd name="adj" fmla="val 1645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504" y="537662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Prototype Pollution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2504" y="5862757"/>
            <a:ext cx="600015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injecting malicious properties into Object.prototype, attackers can affect all objects in an application, fundamentally compromising the entire codebase.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23428" y="5152430"/>
            <a:ext cx="6448663" cy="1974652"/>
          </a:xfrm>
          <a:prstGeom prst="roundRect">
            <a:avLst>
              <a:gd name="adj" fmla="val 1645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47623" y="537662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Deserialization Flaws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47623" y="5862757"/>
            <a:ext cx="600027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Frameworks like React Server Components can enable Remote Code Execution when improperly handling serialized data from untrusted sources.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1517" y="459581"/>
            <a:ext cx="4588550" cy="512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Prototype Pollution Chain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916" y="1195388"/>
            <a:ext cx="8736449" cy="60206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65719" y="4941640"/>
            <a:ext cx="2387439" cy="334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Attacker Injects</a:t>
            </a:r>
            <a:endParaRPr lang="en-US" sz="2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85324" y="3407905"/>
            <a:ext cx="565367" cy="5653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00157" y="2396605"/>
            <a:ext cx="2465000" cy="334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Prototype Polluted</a:t>
            </a:r>
            <a:endParaRPr lang="en-US" sz="2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2414" y="3752603"/>
            <a:ext cx="565367" cy="56536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54916" y="5682095"/>
            <a:ext cx="2387439" cy="334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All Objects Inherit</a:t>
            </a:r>
            <a:endParaRPr lang="en-US" sz="2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9680" y="4097300"/>
            <a:ext cx="565367" cy="56536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974159" y="3062148"/>
            <a:ext cx="2387439" cy="334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App Compromised</a:t>
            </a:r>
            <a:endParaRPr lang="en-US" sz="2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61787" y="4467438"/>
            <a:ext cx="565367" cy="56536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661517" y="7341751"/>
            <a:ext cx="11307366" cy="428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"One polluted prototype, infinite compromised objects."</a:t>
            </a: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This visualization demonstrates the cascading nature of prototype pollution attacks, where a single injection point can compromise an entire application's object hierarchy.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570" y="606504"/>
            <a:ext cx="11245453" cy="705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Exploitable Vulnerabilities: Real-World Cases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299960" y="1736527"/>
            <a:ext cx="30480" cy="5886450"/>
          </a:xfrm>
          <a:prstGeom prst="roundRect">
            <a:avLst>
              <a:gd name="adj" fmla="val 1055499"/>
            </a:avLst>
          </a:prstGeom>
          <a:solidFill>
            <a:srgbClr val="BACFDD"/>
          </a:solidFill>
          <a:ln/>
        </p:spPr>
      </p:sp>
      <p:sp>
        <p:nvSpPr>
          <p:cNvPr id="4" name="Shape 2"/>
          <p:cNvSpPr/>
          <p:nvPr/>
        </p:nvSpPr>
        <p:spPr>
          <a:xfrm>
            <a:off x="6460986" y="1962507"/>
            <a:ext cx="643414" cy="30480"/>
          </a:xfrm>
          <a:prstGeom prst="roundRect">
            <a:avLst>
              <a:gd name="adj" fmla="val 1055499"/>
            </a:avLst>
          </a:prstGeom>
          <a:solidFill>
            <a:srgbClr val="BACFDD"/>
          </a:solidFill>
          <a:ln/>
        </p:spPr>
      </p:sp>
      <p:sp>
        <p:nvSpPr>
          <p:cNvPr id="5" name="Shape 3"/>
          <p:cNvSpPr/>
          <p:nvPr/>
        </p:nvSpPr>
        <p:spPr>
          <a:xfrm>
            <a:off x="7073920" y="1736527"/>
            <a:ext cx="482560" cy="482560"/>
          </a:xfrm>
          <a:prstGeom prst="roundRect">
            <a:avLst>
              <a:gd name="adj" fmla="val 6666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45834" y="1766114"/>
            <a:ext cx="338614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3420904" y="1810226"/>
            <a:ext cx="2822019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2005: Samy Worm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0570" y="2290167"/>
            <a:ext cx="5492353" cy="1365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Exploited DOM-based XSS to create the fastest-spreading social network worm, infecting 1 million MySpace profiles in just 20 hours through self-propagating JavaScript.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526000" y="3244929"/>
            <a:ext cx="643414" cy="30480"/>
          </a:xfrm>
          <a:prstGeom prst="roundRect">
            <a:avLst>
              <a:gd name="adj" fmla="val 1055499"/>
            </a:avLst>
          </a:prstGeom>
          <a:solidFill>
            <a:srgbClr val="BACFDD"/>
          </a:solidFill>
          <a:ln/>
        </p:spPr>
      </p:sp>
      <p:sp>
        <p:nvSpPr>
          <p:cNvPr id="10" name="Shape 8"/>
          <p:cNvSpPr/>
          <p:nvPr/>
        </p:nvSpPr>
        <p:spPr>
          <a:xfrm>
            <a:off x="7073920" y="3018949"/>
            <a:ext cx="482560" cy="482560"/>
          </a:xfrm>
          <a:prstGeom prst="roundRect">
            <a:avLst>
              <a:gd name="adj" fmla="val 6666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45834" y="3048536"/>
            <a:ext cx="338614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8387477" y="3092648"/>
            <a:ext cx="3331964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2018: event-stream Attack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87477" y="3572589"/>
            <a:ext cx="5492353" cy="1365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Popular npm package hijacked via supply chain compromise to inject malicious code that specifically targeted and stole Bitcoin wallet seeds from thousands of applications.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460986" y="4416743"/>
            <a:ext cx="643414" cy="30480"/>
          </a:xfrm>
          <a:prstGeom prst="roundRect">
            <a:avLst>
              <a:gd name="adj" fmla="val 1055499"/>
            </a:avLst>
          </a:prstGeom>
          <a:solidFill>
            <a:srgbClr val="BACFDD"/>
          </a:solidFill>
          <a:ln/>
        </p:spPr>
      </p:sp>
      <p:sp>
        <p:nvSpPr>
          <p:cNvPr id="15" name="Shape 13"/>
          <p:cNvSpPr/>
          <p:nvPr/>
        </p:nvSpPr>
        <p:spPr>
          <a:xfrm>
            <a:off x="7073920" y="4190762"/>
            <a:ext cx="482560" cy="482560"/>
          </a:xfrm>
          <a:prstGeom prst="roundRect">
            <a:avLst>
              <a:gd name="adj" fmla="val 6666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45834" y="4220349"/>
            <a:ext cx="338614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829157" y="4264462"/>
            <a:ext cx="4413766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2025: React RCE (CVE-2025-55182)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0570" y="4744403"/>
            <a:ext cx="5492353" cy="1365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vulnerability in React Server Components allowed unauthenticated Remote Code Execution, exploited in the wild to steal cloud credentials and deploy cryptominers on compromised servers.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526000" y="5588556"/>
            <a:ext cx="643414" cy="30480"/>
          </a:xfrm>
          <a:prstGeom prst="roundRect">
            <a:avLst>
              <a:gd name="adj" fmla="val 1055499"/>
            </a:avLst>
          </a:prstGeom>
          <a:solidFill>
            <a:srgbClr val="BACFDD"/>
          </a:solidFill>
          <a:ln/>
        </p:spPr>
      </p:sp>
      <p:sp>
        <p:nvSpPr>
          <p:cNvPr id="20" name="Shape 18"/>
          <p:cNvSpPr/>
          <p:nvPr/>
        </p:nvSpPr>
        <p:spPr>
          <a:xfrm>
            <a:off x="7073920" y="5362575"/>
            <a:ext cx="482560" cy="482560"/>
          </a:xfrm>
          <a:prstGeom prst="roundRect">
            <a:avLst>
              <a:gd name="adj" fmla="val 6666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45834" y="5392162"/>
            <a:ext cx="338614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8387477" y="5436275"/>
            <a:ext cx="325647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2026: sandboxjs Breakout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87477" y="5916216"/>
            <a:ext cx="5492353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critical CVEs broke sandbox isolation in widely-used sandboxjs library, enabling arbitrary code execution through prototype manipulation and time-of-check-time-of-use (TOCTOU) race condition flaws.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58309" y="1108829"/>
            <a:ext cx="1010971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Impact of JavaScript Vulnerabilities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58309" y="2146459"/>
            <a:ext cx="13113782" cy="4974193"/>
          </a:xfrm>
          <a:prstGeom prst="roundRect">
            <a:avLst>
              <a:gd name="adj" fmla="val 653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5929" y="2154079"/>
            <a:ext cx="6549271" cy="2652832"/>
          </a:xfrm>
          <a:prstGeom prst="roundRect">
            <a:avLst>
              <a:gd name="adj" fmla="val 12251"/>
            </a:avLst>
          </a:prstGeom>
          <a:solidFill>
            <a:srgbClr val="D4E9F7"/>
          </a:solidFill>
          <a:ln/>
        </p:spPr>
      </p:sp>
      <p:sp>
        <p:nvSpPr>
          <p:cNvPr id="7" name="Text 4"/>
          <p:cNvSpPr/>
          <p:nvPr/>
        </p:nvSpPr>
        <p:spPr>
          <a:xfrm>
            <a:off x="982504" y="2370653"/>
            <a:ext cx="386060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Theft &amp; Session Hijacking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82504" y="2856786"/>
            <a:ext cx="611612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Attackers steal authentication tokens, personal information, and payment data. Notable Magecart attacks compromised British Airways and Ticketmaster, harvesting thousands of credit cards through JavaScript skimmers.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315200" y="2154079"/>
            <a:ext cx="6549271" cy="2652832"/>
          </a:xfrm>
          <a:prstGeom prst="rect">
            <a:avLst/>
          </a:prstGeom>
          <a:solidFill>
            <a:srgbClr val="D4E9F7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0" y="2154079"/>
            <a:ext cx="30480" cy="2652832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1" name="Text 8"/>
          <p:cNvSpPr/>
          <p:nvPr/>
        </p:nvSpPr>
        <p:spPr>
          <a:xfrm>
            <a:off x="7531775" y="2370653"/>
            <a:ext cx="301430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Remote Code Execution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531775" y="2856786"/>
            <a:ext cx="611612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Successful exploits grant attackers complete control over servers or user environments, enabling data exfiltration, system manipulation, and persistent backdoor installation.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65929" y="4806910"/>
            <a:ext cx="6549271" cy="2306122"/>
          </a:xfrm>
          <a:prstGeom prst="rect">
            <a:avLst/>
          </a:prstGeom>
          <a:solidFill>
            <a:srgbClr val="D4E9F7"/>
          </a:solidFill>
          <a:ln/>
        </p:spPr>
      </p:sp>
      <p:sp>
        <p:nvSpPr>
          <p:cNvPr id="14" name="Shape 11"/>
          <p:cNvSpPr/>
          <p:nvPr/>
        </p:nvSpPr>
        <p:spPr>
          <a:xfrm>
            <a:off x="765929" y="4806910"/>
            <a:ext cx="6549271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5" name="Text 12"/>
          <p:cNvSpPr/>
          <p:nvPr/>
        </p:nvSpPr>
        <p:spPr>
          <a:xfrm>
            <a:off x="982504" y="5023485"/>
            <a:ext cx="328969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Supply Chain Compromise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82504" y="5509617"/>
            <a:ext cx="611612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single malicious package in the dependency tree can compromise thousands of downstream applications, creating cascading security failures across entire ecosystems.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315200" y="4806910"/>
            <a:ext cx="6549271" cy="2306122"/>
          </a:xfrm>
          <a:prstGeom prst="rect">
            <a:avLst/>
          </a:prstGeom>
          <a:solidFill>
            <a:srgbClr val="D4E9F7"/>
          </a:solidFill>
          <a:ln/>
        </p:spPr>
      </p:sp>
      <p:sp>
        <p:nvSpPr>
          <p:cNvPr id="18" name="Shape 15"/>
          <p:cNvSpPr/>
          <p:nvPr/>
        </p:nvSpPr>
        <p:spPr>
          <a:xfrm>
            <a:off x="7315200" y="4806910"/>
            <a:ext cx="30480" cy="2306122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19" name="Shape 16"/>
          <p:cNvSpPr/>
          <p:nvPr/>
        </p:nvSpPr>
        <p:spPr>
          <a:xfrm>
            <a:off x="7315200" y="4806910"/>
            <a:ext cx="6549271" cy="30480"/>
          </a:xfrm>
          <a:prstGeom prst="roundRect">
            <a:avLst>
              <a:gd name="adj" fmla="val 1066251"/>
            </a:avLst>
          </a:prstGeom>
          <a:solidFill>
            <a:srgbClr val="BACFDD"/>
          </a:solidFill>
          <a:ln/>
        </p:spPr>
      </p:sp>
      <p:sp>
        <p:nvSpPr>
          <p:cNvPr id="20" name="Text 17"/>
          <p:cNvSpPr/>
          <p:nvPr/>
        </p:nvSpPr>
        <p:spPr>
          <a:xfrm>
            <a:off x="7531775" y="5023485"/>
            <a:ext cx="305847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Business Consequences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531775" y="5509617"/>
            <a:ext cx="611612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Organizations face devastating financial losses, irreparable brand damage, severe regulatory fines under GDPR/CCPA, and long-term erosion of customer trust and loyalty.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329" y="633889"/>
            <a:ext cx="8854678" cy="68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JavaScript Is a High-Risk Target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25329" y="1394936"/>
            <a:ext cx="2727008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Attack Surface Reality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5329" y="2136577"/>
            <a:ext cx="13179743" cy="683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50"/>
              </a:lnSpc>
              <a:buNone/>
            </a:pPr>
            <a:r>
              <a:rPr lang="en-US" sz="5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44%</a:t>
            </a:r>
            <a:endParaRPr lang="en-US" sz="5350" dirty="0"/>
          </a:p>
        </p:txBody>
      </p:sp>
      <p:sp>
        <p:nvSpPr>
          <p:cNvPr id="5" name="Text 3"/>
          <p:cNvSpPr/>
          <p:nvPr/>
        </p:nvSpPr>
        <p:spPr>
          <a:xfrm>
            <a:off x="5951696" y="3072646"/>
            <a:ext cx="2727008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Vulnerable Servers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5329" y="3532346"/>
            <a:ext cx="13179743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environments exposed to React/Next.js vulnerabilities in 2025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5329" y="4154091"/>
            <a:ext cx="2727008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Risk Factors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5329" y="4792147"/>
            <a:ext cx="13179743" cy="2803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Browser Execution:</a:t>
            </a: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JavaScript runs with direct access to the DOM, cookies, local storage, and sensitive user data in untrusted environments.</a:t>
            </a:r>
            <a:endParaRPr lang="en-US" sz="16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Dependency Complexity:</a:t>
            </a: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Node.js applications typically include 500+ dependencies, each a potential security vulnerability waiting to be discovered.</a:t>
            </a:r>
            <a:endParaRPr lang="en-US" sz="16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Framework Attack Surface:</a:t>
            </a: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Popular frameworks like React, Next.js, and Vue have complex architectures that introduce sophisticated exploitation opportunities.</a:t>
            </a:r>
            <a:endParaRPr lang="en-US" sz="16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Ubiquitous Deployment:</a:t>
            </a: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JavaScript powers nearly every modern web application, making it the highest-value target for malicious actors worldwide.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15089" y="1161217"/>
            <a:ext cx="8574286" cy="425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Mitigation Strategies: Defending JavaScript Applications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089" y="1741527"/>
            <a:ext cx="1320879" cy="1320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15089" y="3158966"/>
            <a:ext cx="1702832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Input Sanitization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615089" y="3418046"/>
            <a:ext cx="2277547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Rigorously sanitize and encode all user inputs to prevent XSS attacks. Never trust data from external sources—validate, escape, and encode before rendering.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195" y="1741527"/>
            <a:ext cx="1320998" cy="13209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89195" y="3159085"/>
            <a:ext cx="1944410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Dependency Management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989195" y="3418165"/>
            <a:ext cx="2277666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 CVE databases continuously and patch vulnerable packages immediately. Use automated tools like Dependabot or Snyk to track security updates.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420" y="1741527"/>
            <a:ext cx="1320879" cy="132087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63420" y="3158966"/>
            <a:ext cx="1761649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Content Security Policy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363420" y="3418046"/>
            <a:ext cx="2277547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strict CSP headers to control script execution sources, preventing unauthorized code injection and reducing XSS attack surface significantly.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7527" y="1741527"/>
            <a:ext cx="1320998" cy="13209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37527" y="3159085"/>
            <a:ext cx="2049066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Code Analysis &amp; Monitoring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9737527" y="3418165"/>
            <a:ext cx="2277666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static analysis tools, secrets detection scanners, and dependency auditing. Monitor runtime behavior for suspicious patterns and anomalies.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5089" y="4399598"/>
            <a:ext cx="1320879" cy="132087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615089" y="5817037"/>
            <a:ext cx="1702832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Network Isolation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2615089" y="6076117"/>
            <a:ext cx="2277547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Restrict server network access using firewalls and segmentation. Implement least-privilege principles and monitor outbound connections for data exfiltration attempts.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9195" y="4399598"/>
            <a:ext cx="1320998" cy="132099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989195" y="5817156"/>
            <a:ext cx="1702832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Secure Development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4989195" y="6076236"/>
            <a:ext cx="2277666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Adopt secure coding standards, conduct regular security training, and rigorously audit all third-party code before integration into production systems.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3341" y="478393"/>
            <a:ext cx="10332125" cy="570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Visual: Security Layers Protecting JavaScript Apps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41" y="1326952"/>
            <a:ext cx="12603599" cy="57679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5532" y="2076596"/>
            <a:ext cx="2934614" cy="366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 Shield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0245532" y="2542626"/>
            <a:ext cx="3073049" cy="501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Runtime monitoring and continuous patching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311386" y="3789116"/>
            <a:ext cx="2825222" cy="733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Intermediate Controls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311386" y="4622045"/>
            <a:ext cx="2825222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Dependency management and CSP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45532" y="4951383"/>
            <a:ext cx="2934614" cy="366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Core Defense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245532" y="5417414"/>
            <a:ext cx="3073049" cy="501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Validation foundation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13341" y="7251263"/>
            <a:ext cx="12603599" cy="49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"Defense in depth: multiple layers to secure your JavaScript ecosystem."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Effective JavaScript security requires implementing overlapping protective measures at every level—from initial input validation through continuous monitoring and rapid patching cycles.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071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8546" y="3276719"/>
            <a:ext cx="11907441" cy="703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JavaScript Security Is Everyone's Responsibility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069300" y="4534376"/>
            <a:ext cx="12812554" cy="679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JavaScript vulnerabilities continue to evolve in sophistication, but they remain preventable through collective awareness, rigorous best practices, and proactive security measures.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48546" y="4296847"/>
            <a:ext cx="30480" cy="1154906"/>
          </a:xfrm>
          <a:prstGeom prst="rect">
            <a:avLst/>
          </a:prstGeom>
          <a:solidFill>
            <a:srgbClr val="75BAE6"/>
          </a:solidFill>
          <a:ln/>
        </p:spPr>
      </p:sp>
      <p:sp>
        <p:nvSpPr>
          <p:cNvPr id="6" name="Text 3"/>
          <p:cNvSpPr/>
          <p:nvPr/>
        </p:nvSpPr>
        <p:spPr>
          <a:xfrm>
            <a:off x="748546" y="5689282"/>
            <a:ext cx="13133308" cy="679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vigilance, comprehensive team education, and investment in modern security tooling are essential pillars for safeguarding both users and critical infrastructure against emerging threats.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48546" y="6606659"/>
            <a:ext cx="13133308" cy="1019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cost of ignoring these risks is simply too high</a:t>
            </a: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—from data breaches to business failure. Secure your JavaScript applications today to protect your organization's tomorrow. Security isn't just a technical requirement; it's a fundamental business imperative and ethical obligation.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962</Words>
  <Application>Microsoft Office PowerPoint</Application>
  <PresentationFormat>Custom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Barlow Bold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2026-02-17T17:35:57Z</dcterms:created>
  <dcterms:modified xsi:type="dcterms:W3CDTF">2026-02-17T17:37:39Z</dcterms:modified>
</cp:coreProperties>
</file>