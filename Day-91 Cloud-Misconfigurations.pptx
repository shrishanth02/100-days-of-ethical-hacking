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anose="020B0604020202020204" charset="0"/>
      <p:regular r:id="rId13"/>
    </p:embeddedFont>
    <p:embeddedFont>
      <p:font typeface="Lora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05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6259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Cloud Misconfigurations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3996"/>
            <a:ext cx="8711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a Cloud Misconfiguration?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64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cloud misconfiguration occurs when cloud infrastructure is not properly set up according to security best practices.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3274457"/>
            <a:ext cx="6571417" cy="3461147"/>
          </a:xfrm>
          <a:prstGeom prst="roundRect">
            <a:avLst>
              <a:gd name="adj" fmla="val 98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3501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Common Examples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082415"/>
            <a:ext cx="611778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S3 buckets set to public (readable by anyone)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groups allowing unrestricted access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Overly permissive IAM policies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Unencrypted databases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Disabled logging and monitoring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Default credentials left unchanged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01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0824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Unauthorized access, data breaches, and compliance violations.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87648"/>
            <a:ext cx="63887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Capital One Breach (2019)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63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Happened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044547"/>
            <a:ext cx="3501509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Attacker exploited a misconfigured Web Application Firewall (WAF)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Gained access to AWS environment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Extracted data of 100+ million customers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Exposed: Names, SSNs, credit card numbers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92968" y="2236589"/>
            <a:ext cx="3828217" cy="4805362"/>
          </a:xfrm>
          <a:prstGeom prst="roundRect">
            <a:avLst>
              <a:gd name="adj" fmla="val 889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4919782" y="2463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Root Cause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19782" y="3044547"/>
            <a:ext cx="3374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Misconfigured IAM role with excessive permissions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919782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Impact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4578310"/>
            <a:ext cx="3374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700 million USD settlement + reputational damage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9782" y="5530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Lesson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19782" y="6112073"/>
            <a:ext cx="3374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misconfiguration can lead to massive breaches.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726"/>
            <a:ext cx="786907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Shared Responsibility Model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35480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providers (AWS, Azure, GCP) and customers each own a distinct layer of security.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38532" y="2501860"/>
            <a:ext cx="6569035" cy="4875014"/>
          </a:xfrm>
          <a:prstGeom prst="roundRect">
            <a:avLst>
              <a:gd name="adj" fmla="val 663"/>
            </a:avLst>
          </a:prstGeom>
          <a:solidFill>
            <a:srgbClr val="AFCBF8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" y="2706529"/>
            <a:ext cx="281511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Cloud Providers Secure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3916" y="3247787"/>
            <a:ext cx="6138267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Physical infrastructure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security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Hypervisor security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 encryption (at rest)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85710" y="2706529"/>
            <a:ext cx="298704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YOU Are Responsible For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5710" y="3247787"/>
            <a:ext cx="6258520" cy="278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IAM policies and access control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security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encryption (in transit)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group configurations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Logging and monitoring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Patch management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access management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85710" y="6260187"/>
            <a:ext cx="6258520" cy="886420"/>
          </a:xfrm>
          <a:prstGeom prst="roundRect">
            <a:avLst>
              <a:gd name="adj" fmla="val 3646"/>
            </a:avLst>
          </a:prstGeom>
          <a:solidFill>
            <a:srgbClr val="C3EED6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094" y="6584752"/>
            <a:ext cx="269319" cy="2153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85798" y="6518672"/>
            <a:ext cx="534304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Misconfigurations happen in YOUR layer.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658416"/>
            <a:ext cx="4683323" cy="42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Top 5 Cloud Misconfigurations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9140" y="1253371"/>
            <a:ext cx="13152120" cy="1197173"/>
          </a:xfrm>
          <a:prstGeom prst="roundRect">
            <a:avLst>
              <a:gd name="adj" fmla="val 17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380" y="1268611"/>
            <a:ext cx="548997" cy="1166693"/>
          </a:xfrm>
          <a:prstGeom prst="roundRect">
            <a:avLst>
              <a:gd name="adj" fmla="val 419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925949" y="1723311"/>
            <a:ext cx="20585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6364" y="1405771"/>
            <a:ext cx="2374463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Overly Permissive IAM Policies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86364" y="166997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Users have more permissions than needed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86364" y="189595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Insider threats, lateral movement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86364" y="2121932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Apply principle of least privilege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9140" y="2533531"/>
            <a:ext cx="13152120" cy="1197173"/>
          </a:xfrm>
          <a:prstGeom prst="roundRect">
            <a:avLst>
              <a:gd name="adj" fmla="val 17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" y="2548771"/>
            <a:ext cx="548997" cy="1166693"/>
          </a:xfrm>
          <a:prstGeom prst="roundRect">
            <a:avLst>
              <a:gd name="adj" fmla="val 419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925949" y="3003471"/>
            <a:ext cx="20585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6364" y="2685931"/>
            <a:ext cx="1928336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Publicly Exposed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86364" y="295013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S3 buckets, Azure blobs set to public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86364" y="317611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 exposure, compliance violations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86364" y="3402092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Enable bucket policies, access controls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9140" y="3813691"/>
            <a:ext cx="13152120" cy="1197173"/>
          </a:xfrm>
          <a:prstGeom prst="roundRect">
            <a:avLst>
              <a:gd name="adj" fmla="val 17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" y="3828931"/>
            <a:ext cx="548997" cy="1166693"/>
          </a:xfrm>
          <a:prstGeom prst="roundRect">
            <a:avLst>
              <a:gd name="adj" fmla="val 419"/>
            </a:avLst>
          </a:prstGeom>
          <a:solidFill>
            <a:srgbClr val="F0EDE6"/>
          </a:solidFill>
          <a:ln/>
        </p:spPr>
      </p:sp>
      <p:sp>
        <p:nvSpPr>
          <p:cNvPr id="19" name="Text 17"/>
          <p:cNvSpPr/>
          <p:nvPr/>
        </p:nvSpPr>
        <p:spPr>
          <a:xfrm>
            <a:off x="925949" y="4283631"/>
            <a:ext cx="20585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86364" y="3966091"/>
            <a:ext cx="1715810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Unencrypted Data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86364" y="423029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 stored without encryption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6364" y="445627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 breaches if storage is compromised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86364" y="4682252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Enable encryption at rest and in transit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9140" y="5093851"/>
            <a:ext cx="13152120" cy="1197173"/>
          </a:xfrm>
          <a:prstGeom prst="roundRect">
            <a:avLst>
              <a:gd name="adj" fmla="val 17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" y="5109091"/>
            <a:ext cx="548997" cy="1166693"/>
          </a:xfrm>
          <a:prstGeom prst="roundRect">
            <a:avLst>
              <a:gd name="adj" fmla="val 419"/>
            </a:avLst>
          </a:prstGeom>
          <a:solidFill>
            <a:srgbClr val="F0EDE6"/>
          </a:solidFill>
          <a:ln/>
        </p:spPr>
      </p:sp>
      <p:sp>
        <p:nvSpPr>
          <p:cNvPr id="26" name="Text 24"/>
          <p:cNvSpPr/>
          <p:nvPr/>
        </p:nvSpPr>
        <p:spPr>
          <a:xfrm>
            <a:off x="925949" y="5563791"/>
            <a:ext cx="20585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86364" y="5246251"/>
            <a:ext cx="2539722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Disabled Logging and Monitoring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86364" y="551045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CloudTrail, VPC Flow Logs disabled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86364" y="573643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Cannot detect or investigate breaches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86364" y="5962412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Enable all logging services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9140" y="6374011"/>
            <a:ext cx="13152120" cy="1197173"/>
          </a:xfrm>
          <a:prstGeom prst="roundRect">
            <a:avLst>
              <a:gd name="adj" fmla="val 1720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" y="6389251"/>
            <a:ext cx="548997" cy="1166693"/>
          </a:xfrm>
          <a:prstGeom prst="roundRect">
            <a:avLst>
              <a:gd name="adj" fmla="val 419"/>
            </a:avLst>
          </a:prstGeom>
          <a:solidFill>
            <a:srgbClr val="F0EDE6"/>
          </a:solidFill>
          <a:ln/>
        </p:spPr>
      </p:sp>
      <p:sp>
        <p:nvSpPr>
          <p:cNvPr id="33" name="Text 31"/>
          <p:cNvSpPr/>
          <p:nvPr/>
        </p:nvSpPr>
        <p:spPr>
          <a:xfrm>
            <a:off x="925949" y="6843951"/>
            <a:ext cx="20585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86364" y="6526411"/>
            <a:ext cx="2481739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Insecure Network Configuration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86364" y="679061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Security groups allow 0.0.0.0/0 access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386364" y="7016591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Unauthorized access to databases, servers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386364" y="7242572"/>
            <a:ext cx="12352496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Restrict to specific IP ranges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8661"/>
            <a:ext cx="72000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Impact of Misconfigurations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31068"/>
            <a:ext cx="4196358" cy="3729871"/>
          </a:xfrm>
          <a:prstGeom prst="roundRect">
            <a:avLst>
              <a:gd name="adj" fmla="val 912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05788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💰</a:t>
            </a: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Financial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555921"/>
            <a:ext cx="3742730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cost of a cloud breach: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4.45 million USD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Regulatory fines: Up to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4% of annual revenue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(GDPR)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Incident response costs: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1–2 million USD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31068"/>
            <a:ext cx="4196358" cy="3729871"/>
          </a:xfrm>
          <a:prstGeom prst="roundRect">
            <a:avLst>
              <a:gd name="adj" fmla="val 912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057882"/>
            <a:ext cx="289250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⚙️</a:t>
            </a: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Operational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555921"/>
            <a:ext cx="3742730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downtime and service disruption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Loss of customer trust and reputation damage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Legal and compliance violations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loss and intellectual property theft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31068"/>
            <a:ext cx="4196358" cy="3729871"/>
          </a:xfrm>
          <a:prstGeom prst="roundRect">
            <a:avLst>
              <a:gd name="adj" fmla="val 912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05788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🔒</a:t>
            </a: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Security Impact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555921"/>
            <a:ext cx="3742730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Unauthorized access to sensitive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Lateral movement within cloud environment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Ransomware deployment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Long-term persistence of attackers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0460"/>
            <a:ext cx="8383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to Detect Misconfigurations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82867"/>
            <a:ext cx="6407944" cy="2947035"/>
          </a:xfrm>
          <a:prstGeom prst="roundRect">
            <a:avLst>
              <a:gd name="adj" fmla="val 4964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982867"/>
            <a:ext cx="121920" cy="294703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240161"/>
            <a:ext cx="58019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 Cloud Security Posture Management (CSPM)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8490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Prisma Cloud, Microsoft Defender for Cloud, Qualys CSPM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394680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Function: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Continuously scans cloud infrastructure for misconfigurations against best practices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1982867"/>
            <a:ext cx="6408063" cy="2947035"/>
          </a:xfrm>
          <a:prstGeom prst="roundRect">
            <a:avLst>
              <a:gd name="adj" fmla="val 4964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1982867"/>
            <a:ext cx="121920" cy="294703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2240161"/>
            <a:ext cx="4998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 Cloud Access Security Brokers (CASB)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273057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Netskope, McAfee MVISION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322957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Function: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Monitors cloud app usage and detects unauthorized access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156716"/>
            <a:ext cx="6407944" cy="2252305"/>
          </a:xfrm>
          <a:prstGeom prst="roundRect">
            <a:avLst>
              <a:gd name="adj" fmla="val 649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156716"/>
            <a:ext cx="121920" cy="225230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414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3. Manual Audits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904428"/>
            <a:ext cx="58019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Regular security assessments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Configuration reviews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Penetration testing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156716"/>
            <a:ext cx="6408063" cy="2252305"/>
          </a:xfrm>
          <a:prstGeom prst="roundRect">
            <a:avLst>
              <a:gd name="adj" fmla="val 649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8067" y="5156716"/>
            <a:ext cx="121920" cy="225230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5414010"/>
            <a:ext cx="2915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4. Automated Scanning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904428"/>
            <a:ext cx="580203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 as Code (IaC) scanning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Policy-as-Code enforcement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compliance monitoring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6996"/>
            <a:ext cx="775180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Best Practices to Prevent Misconfigurations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445419"/>
            <a:ext cx="6465808" cy="1945005"/>
          </a:xfrm>
          <a:prstGeom prst="roundRect">
            <a:avLst>
              <a:gd name="adj" fmla="val 1225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604129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3469" y="1735098"/>
            <a:ext cx="214313" cy="214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2191464"/>
            <a:ext cx="314777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 Principle of Least Privilege (PoLP)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52500" y="2506147"/>
            <a:ext cx="6148388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Grant minimum permissions required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Regularly audit and remove unused access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temporary credentials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70683" y="1445419"/>
            <a:ext cx="6465927" cy="1945005"/>
          </a:xfrm>
          <a:prstGeom prst="roundRect">
            <a:avLst>
              <a:gd name="adj" fmla="val 1225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7529393" y="1604129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0362" y="1735098"/>
            <a:ext cx="214313" cy="214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29393" y="219146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 Enable Encryption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29393" y="2506147"/>
            <a:ext cx="6148507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Encrypt data at rest (S3 server-side encryption)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Encrypt data in transit (TLS/SSL)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key management services (KMS)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3790" y="3501509"/>
            <a:ext cx="6465808" cy="1945005"/>
          </a:xfrm>
          <a:prstGeom prst="roundRect">
            <a:avLst>
              <a:gd name="adj" fmla="val 1225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952500" y="3660219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3469" y="3791188"/>
            <a:ext cx="214313" cy="214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2500" y="4247555"/>
            <a:ext cx="324981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3. Implement Strong Access Controls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52500" y="4562237"/>
            <a:ext cx="6148388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Multi-Factor Authentication (MFA)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role-based access control (RBAC)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privileged accounts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70683" y="3501509"/>
            <a:ext cx="6465927" cy="1945005"/>
          </a:xfrm>
          <a:prstGeom prst="roundRect">
            <a:avLst>
              <a:gd name="adj" fmla="val 1225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529393" y="3660219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60362" y="3791188"/>
            <a:ext cx="214313" cy="214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29393" y="4247555"/>
            <a:ext cx="295703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4. Enable Logging and Monitoring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529393" y="4562237"/>
            <a:ext cx="6148507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CloudTrail (AWS), Azure Activity Log, GCP Audit Logs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VPC Flow Logs for network monitoring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alerting on suspicious activity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93790" y="5557599"/>
            <a:ext cx="6465808" cy="1945005"/>
          </a:xfrm>
          <a:prstGeom prst="roundRect">
            <a:avLst>
              <a:gd name="adj" fmla="val 1225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952500" y="5716310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B5F3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3469" y="5847278"/>
            <a:ext cx="214313" cy="214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2500" y="6303645"/>
            <a:ext cx="284714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5. Regular Security Assessments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952500" y="6618327"/>
            <a:ext cx="6148388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Quarterly configuration reviews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Annual penetration testing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Vulnerability scanning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370683" y="5557599"/>
            <a:ext cx="6465927" cy="1945005"/>
          </a:xfrm>
          <a:prstGeom prst="roundRect">
            <a:avLst>
              <a:gd name="adj" fmla="val 1225"/>
            </a:avLst>
          </a:prstGeom>
          <a:solidFill>
            <a:srgbClr val="F0EDE6"/>
          </a:solidFill>
          <a:ln/>
        </p:spPr>
      </p:sp>
      <p:sp>
        <p:nvSpPr>
          <p:cNvPr id="29" name="Shape 22"/>
          <p:cNvSpPr/>
          <p:nvPr/>
        </p:nvSpPr>
        <p:spPr>
          <a:xfrm>
            <a:off x="7529393" y="5716310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B5F39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60362" y="5847278"/>
            <a:ext cx="214313" cy="2143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29393" y="6303645"/>
            <a:ext cx="263187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6. Infrastructure as Code (IaC)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7529393" y="6618327"/>
            <a:ext cx="6148507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Terraform, CloudFormation, ARM templates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Version control configurations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Scan IaC for security issues before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58727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Remediation Workflow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183677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304350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Documentation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304472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Validation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304472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Remediation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3493" y="304472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Assessment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23636" y="304472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Discovery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829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step in the workflow builds on the previous: from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Discovery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through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Assessment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Remediation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and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Documentation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culminating in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Monitoring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prevent configuration drift and policy violations over time.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5460"/>
            <a:ext cx="456557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Tools for Cloud Security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691878"/>
            <a:ext cx="6313884" cy="1865471"/>
          </a:xfrm>
          <a:prstGeom prst="roundRect">
            <a:avLst>
              <a:gd name="adj" fmla="val 5882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1691878"/>
            <a:ext cx="91440" cy="1865471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055251" y="1884759"/>
            <a:ext cx="420933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Cloud Security Posture Management (CSPM)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55251" y="2278023"/>
            <a:ext cx="5859542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Prisma Cloud (Palo Alto Networks)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Microsoft Defender for Cloud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Qualys CSPM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CloudSploit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3790" y="3684865"/>
            <a:ext cx="6313884" cy="1865471"/>
          </a:xfrm>
          <a:prstGeom prst="roundRect">
            <a:avLst>
              <a:gd name="adj" fmla="val 5882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930" y="3684865"/>
            <a:ext cx="91440" cy="1865471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1055251" y="3877747"/>
            <a:ext cx="354056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Infrastructure as Code (IaC) Scanning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55251" y="4271010"/>
            <a:ext cx="5859542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Checkov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Terraform Cloud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CloudFormation Guard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Snyk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790" y="5677853"/>
            <a:ext cx="6313884" cy="1582698"/>
          </a:xfrm>
          <a:prstGeom prst="roundRect">
            <a:avLst>
              <a:gd name="adj" fmla="val 693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5677853"/>
            <a:ext cx="91440" cy="158269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5251" y="5870734"/>
            <a:ext cx="313265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Identity and Access Management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55251" y="6263997"/>
            <a:ext cx="5859542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IAM, Azure AD, Google Cloud IAM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Okta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HashiCorp Vault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30346" y="1691878"/>
            <a:ext cx="3093125" cy="1803797"/>
          </a:xfrm>
          <a:prstGeom prst="roundRect">
            <a:avLst>
              <a:gd name="adj" fmla="val 608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07486" y="1691878"/>
            <a:ext cx="91440" cy="180379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791807" y="1884759"/>
            <a:ext cx="2638782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Encryption and Key Management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91807" y="2543770"/>
            <a:ext cx="2638782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KMS, Azure Key Vault, Google Cloud KMS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HashiCorp Vault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50987" y="1691878"/>
            <a:ext cx="3093244" cy="1803797"/>
          </a:xfrm>
          <a:prstGeom prst="roundRect">
            <a:avLst>
              <a:gd name="adj" fmla="val 608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28127" y="1691878"/>
            <a:ext cx="91440" cy="180379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11012448" y="1884759"/>
            <a:ext cx="227730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Logging and Monitoring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012448" y="2278023"/>
            <a:ext cx="2638901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CloudTrail, Azure Activity Log, GCP Audit Logs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Splunk, ELK Stack, Datadog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</Words>
  <Application>Microsoft Office PowerPoint</Application>
  <PresentationFormat>Custom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Alice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2026-03-28T12:24:50Z</dcterms:created>
  <dcterms:modified xsi:type="dcterms:W3CDTF">2026-03-29T06:17:25Z</dcterms:modified>
</cp:coreProperties>
</file>