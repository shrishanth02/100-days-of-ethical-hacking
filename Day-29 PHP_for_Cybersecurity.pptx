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10C86C3-D403-5BDC-CF7B-17C7949A5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PHP?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9831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is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server-side scripting language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to build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of websites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handles: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uploads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PHP runs on the server,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critical vulnerabilities live here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PHP Matters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websites use PHP + MySQL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vulnerabilities exist in backend code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PHP helps find and fix security flaws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 handling (GET/POST)</a:t>
            </a:r>
          </a:p>
          <a:p>
            <a:pPr marL="571500" indent="-571500">
              <a:buFont typeface="+mj-lt"/>
              <a:buAutoNum type="romanUcPeriod"/>
            </a:pP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Database queries</a:t>
            </a:r>
          </a:p>
          <a:p>
            <a:pPr marL="571500" indent="-571500">
              <a:buFont typeface="+mj-lt"/>
              <a:buAutoNum type="romanUcPeriod"/>
            </a:pP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uploads</a:t>
            </a:r>
          </a:p>
          <a:p>
            <a:pPr marL="571500" indent="-571500">
              <a:buFont typeface="+mj-lt"/>
              <a:buAutoNum type="romanUcPeriod"/>
            </a:pP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Session management</a:t>
            </a:r>
          </a:p>
          <a:p>
            <a:pPr marL="571500" indent="-571500">
              <a:buFont typeface="+mj-lt"/>
              <a:buAutoNum type="romanUcPeriod"/>
            </a:pP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91832" cy="11430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Cross-Site Scripting (</a:t>
            </a:r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$_GET['name'];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the Problem is, User input is printed directly, allows script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injectionVulnerable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Code 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</a:t>
            </a:r>
            <a:r>
              <a:rPr lang="en-I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htmlspecialchars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($_GET['name']); 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67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1716"/>
            <a:ext cx="8814619" cy="50544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$query = "SELECT * FROM users WHERE username='$user' AND password='$pass’”;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the 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 directly added to SQL query, can bypass login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Code (Prepared Statement)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en-US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$conn-&gt;prepare("SELECT * FROM users WHERE username=? AND password=?");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en-US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en-US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bind_param</a:t>
            </a: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("ss", $user, $pass);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en-US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-&gt;execute();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657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Upload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68" y="1182330"/>
            <a:ext cx="8391832" cy="55404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500" dirty="0">
                <a:solidFill>
                  <a:schemeClr val="accent1">
                    <a:lumMod val="50000"/>
                  </a:schemeClr>
                </a:solidFill>
              </a:rPr>
              <a:t>Vulnerable Code</a:t>
            </a:r>
          </a:p>
          <a:p>
            <a:pPr marL="0" indent="0">
              <a:buNone/>
            </a:pPr>
            <a:r>
              <a:rPr lang="en-US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move_uploaded_file</a:t>
            </a:r>
            <a:r>
              <a:rPr lang="en-US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($_FILES['file']['</a:t>
            </a:r>
            <a:r>
              <a:rPr lang="en-US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tmp_name</a:t>
            </a:r>
            <a:r>
              <a:rPr lang="en-US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'], "uploads/" . $_FILES['file']['name']);</a:t>
            </a:r>
          </a:p>
          <a:p>
            <a:pPr marL="0" indent="0">
              <a:buNone/>
            </a:pPr>
            <a:r>
              <a:rPr lang="en-US" sz="2500" dirty="0"/>
              <a:t>In this, </a:t>
            </a:r>
            <a:r>
              <a:rPr lang="en-IN" sz="2500" dirty="0"/>
              <a:t>any file type allowed, can upload web shells</a:t>
            </a:r>
          </a:p>
          <a:p>
            <a:pPr marL="0" indent="0">
              <a:buNone/>
            </a:pPr>
            <a:endParaRPr lang="en-IN" sz="2500" dirty="0"/>
          </a:p>
          <a:p>
            <a:pPr marL="0" indent="0">
              <a:buNone/>
            </a:pPr>
            <a:r>
              <a:rPr lang="en-IN" sz="2500" dirty="0">
                <a:solidFill>
                  <a:schemeClr val="accent1">
                    <a:lumMod val="50000"/>
                  </a:schemeClr>
                </a:solidFill>
              </a:rPr>
              <a:t>Secure Code</a:t>
            </a:r>
          </a:p>
          <a:p>
            <a:pPr marL="0" indent="0">
              <a:buNone/>
            </a:pP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$allowed = ["jpg","</a:t>
            </a:r>
            <a:r>
              <a:rPr lang="en-IN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png</a:t>
            </a: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","pdf"];</a:t>
            </a:r>
          </a:p>
          <a:p>
            <a:pPr marL="0" indent="0">
              <a:buNone/>
            </a:pP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$</a:t>
            </a:r>
            <a:r>
              <a:rPr lang="en-IN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ext</a:t>
            </a: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</a:t>
            </a:r>
            <a:r>
              <a:rPr lang="en-IN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pathinfo</a:t>
            </a: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($_FILES['file']['name'], PATHINFO_EXTENSION);</a:t>
            </a:r>
          </a:p>
          <a:p>
            <a:pPr marL="0" indent="0">
              <a:buNone/>
            </a:pP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if(</a:t>
            </a:r>
            <a:r>
              <a:rPr lang="en-IN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in_array</a:t>
            </a: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($</a:t>
            </a:r>
            <a:r>
              <a:rPr lang="en-IN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ext</a:t>
            </a: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,$allowed)){</a:t>
            </a:r>
          </a:p>
          <a:p>
            <a:pPr marL="0" indent="0">
              <a:buNone/>
            </a:pP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</a:t>
            </a:r>
            <a:r>
              <a:rPr lang="en-IN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move_uploaded_file</a:t>
            </a: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($_FILES['file']['</a:t>
            </a:r>
            <a:r>
              <a:rPr lang="en-IN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tmp_name</a:t>
            </a: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'], "uploads/" . </a:t>
            </a:r>
            <a:r>
              <a:rPr lang="en-IN" sz="2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basename</a:t>
            </a: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($_FILES['file']['name']));</a:t>
            </a:r>
          </a:p>
          <a:p>
            <a:pPr marL="0" indent="0">
              <a:buNone/>
            </a:pP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</a:p>
          <a:p>
            <a:pPr marL="0" indent="0">
              <a:buNone/>
            </a:pPr>
            <a:endParaRPr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Hijacking</a:t>
            </a:r>
            <a:endParaRPr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50000"/>
                  </a:schemeClr>
                </a:solidFill>
              </a:rPr>
              <a:t>Weak Code</a:t>
            </a:r>
          </a:p>
          <a:p>
            <a:pPr marL="0" indent="0">
              <a:buNone/>
            </a:pPr>
            <a:r>
              <a:rPr lang="en-IN" sz="3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session_start</a:t>
            </a:r>
            <a:r>
              <a:rPr lang="en-IN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();</a:t>
            </a:r>
          </a:p>
          <a:p>
            <a:pPr marL="0" indent="0">
              <a:buNone/>
            </a:pPr>
            <a:endParaRPr lang="en-IN" sz="3000" dirty="0"/>
          </a:p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50000"/>
                  </a:schemeClr>
                </a:solidFill>
              </a:rPr>
              <a:t>Secure Code</a:t>
            </a:r>
          </a:p>
          <a:p>
            <a:pPr marL="0" indent="0">
              <a:buNone/>
            </a:pPr>
            <a:r>
              <a:rPr lang="en-US" sz="3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session_start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3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session_regenerate_id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(true);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Prevents session fixation and hijacking</a:t>
            </a:r>
            <a:endParaRPr lang="en-US" sz="3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Vulnerable Code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system("ping " . $_GET['</a:t>
            </a:r>
            <a:r>
              <a:rPr lang="en-I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ip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']);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It executes user input as system command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Secure Code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$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ip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escapeshellarg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($_GET['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ip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']);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system("ping " . $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ip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);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Hackers Learn PHP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backend logic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Identify insecure coding patterns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 real-world applications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Move beyond tool-based hacking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412</Words>
  <Application>Microsoft Office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PowerPoint Presentation</vt:lpstr>
      <vt:lpstr>What is PHP?</vt:lpstr>
      <vt:lpstr>Why PHP Matters in Cybersecurity</vt:lpstr>
      <vt:lpstr>PHP Attack Surface</vt:lpstr>
      <vt:lpstr>Cross-Site Scripting (XSS) Vulnerability</vt:lpstr>
      <vt:lpstr>SQL Injection</vt:lpstr>
      <vt:lpstr>File Upload Vulnerability</vt:lpstr>
      <vt:lpstr>Session Hijacking</vt:lpstr>
      <vt:lpstr>Command Injection</vt:lpstr>
      <vt:lpstr>Why Hackers Learn PHP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shrishanth battu</cp:lastModifiedBy>
  <cp:revision>3</cp:revision>
  <dcterms:created xsi:type="dcterms:W3CDTF">2013-01-27T09:14:16Z</dcterms:created>
  <dcterms:modified xsi:type="dcterms:W3CDTF">2026-01-25T12:14:59Z</dcterms:modified>
  <cp:category/>
</cp:coreProperties>
</file>