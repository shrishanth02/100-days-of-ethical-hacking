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Lora" pitchFamily="2" charset="0"/>
      <p:regular r:id="rId14"/>
    </p:embeddedFont>
    <p:embeddedFont>
      <p:font typeface="Source Sans 3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926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Understanding CSRF: Cross-Site Request Forgery 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Delve into the mechanisms of this pervasive cyber threat and discover how to safeguard your digital interactions.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7838" y="679847"/>
            <a:ext cx="5364242" cy="67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CSRF?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7838" y="1675924"/>
            <a:ext cx="7548324" cy="1694498"/>
          </a:xfrm>
          <a:prstGeom prst="roundRect">
            <a:avLst>
              <a:gd name="adj" fmla="val 8634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58" y="1675924"/>
            <a:ext cx="121920" cy="16944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7643" y="1934289"/>
            <a:ext cx="271593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Unauthorized Actions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147643" y="2399824"/>
            <a:ext cx="6940153" cy="71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CSRF tricks a logged-in user's browser into making unwanted actions on a trusted website, compromising user control.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7838" y="3587472"/>
            <a:ext cx="7548324" cy="1694498"/>
          </a:xfrm>
          <a:prstGeom prst="roundRect">
            <a:avLst>
              <a:gd name="adj" fmla="val 8634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58" y="3587472"/>
            <a:ext cx="121920" cy="16944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7643" y="3845838"/>
            <a:ext cx="2682121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Malicious Outcomes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147643" y="4311372"/>
            <a:ext cx="6940153" cy="71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could include transferring money, changing email addresses, or redirecting orders—all without the user's explicit consent.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7838" y="5499021"/>
            <a:ext cx="7548324" cy="2050613"/>
          </a:xfrm>
          <a:prstGeom prst="roundRect">
            <a:avLst>
              <a:gd name="adj" fmla="val 7135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58" y="5499021"/>
            <a:ext cx="121920" cy="20506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7643" y="5757386"/>
            <a:ext cx="2682121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Exploiting Trust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147643" y="6222921"/>
            <a:ext cx="6940153" cy="106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attack thrives on the inherent trust between your browser and authenticated web applications, turning routine actions into security risks.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7095" y="1047869"/>
            <a:ext cx="5749766" cy="672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Does CSRF Work?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87095" y="2048589"/>
            <a:ext cx="7542609" cy="71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CSRF exploits fundamental aspects of how web browsers and applications handle user sessions.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287095" y="3229213"/>
            <a:ext cx="2141815" cy="100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Automatic Cookie Transmission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287095" y="4457224"/>
            <a:ext cx="2141815" cy="2506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Browsers automatically send session cookies with every request made to a website, assuming the user initiated the action.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94696" y="3229213"/>
            <a:ext cx="2141815" cy="67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Lack of Origin Verification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994696" y="4120753"/>
            <a:ext cx="2141815" cy="286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Vulnerable websites often trust these cookies implicitly without adequately verifying that the request originated from a legitimate source.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702296" y="3229213"/>
            <a:ext cx="2141815" cy="100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Legitimate-Looking Forgeries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702296" y="4457224"/>
            <a:ext cx="2141815" cy="2506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Attackers leverage this by crafting requests that, despite being unauthorized, appear entirely legitimate to the target web application.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140" y="580668"/>
            <a:ext cx="9928622" cy="621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a CSRF Attack Happens: Step-by-Step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13" y="1574363"/>
            <a:ext cx="13043654" cy="56247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70989" y="6143342"/>
            <a:ext cx="3880429" cy="34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Site Processes Request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670989" y="4841304"/>
            <a:ext cx="3999002" cy="34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Browser Sends Forged Request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670989" y="3552416"/>
            <a:ext cx="2784916" cy="34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Victim Visits Page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670989" y="2250377"/>
            <a:ext cx="2784916" cy="34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Craft Malicious Page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9140" y="7408664"/>
            <a:ext cx="13152120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Understanding the sequence of events is crucial to grasping the subtle yet powerful nature of CSRF attacks.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200281"/>
            <a:ext cx="660880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Visualizing a CSRF Attack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26327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diagram illustrates the deceptive path an unauthorized request takes from the attacker's control to the vulnerable web application.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48685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Example: TikTok CSRF Vulnerability (2020)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196697" y="3523059"/>
            <a:ext cx="710957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"This critical vulnerability allowed attackers to gain full control over TikTok accounts with a single click, highlighting the serious implications of CSRF."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3253859"/>
            <a:ext cx="30480" cy="1687473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6" name="Text 3"/>
          <p:cNvSpPr/>
          <p:nvPr/>
        </p:nvSpPr>
        <p:spPr>
          <a:xfrm>
            <a:off x="837724" y="5210532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2020, a significant CSRF flaw in TikTok allowed unauthorized password resets for accounts using third-party sign-ups. This enabled a one-click account takeover via vulnerable endpoints, serving as a stark reminder that even leading platforms are susceptible to CSRF.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76645"/>
            <a:ext cx="1095136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Practical Example: Banking Transfer CSRF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959412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Imagine an attacker crafts a malicious link or embeds it in an email. When a user, already logged into their bank, clicks this link, the attacker's hidden form automatically submits a POST request to the bank's transfer endpoint: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994660"/>
            <a:ext cx="12954952" cy="3423047"/>
          </a:xfrm>
          <a:prstGeom prst="roundRect">
            <a:avLst>
              <a:gd name="adj" fmla="val 1049"/>
            </a:avLst>
          </a:prstGeom>
          <a:solidFill>
            <a:srgbClr val="323540"/>
          </a:solidFill>
          <a:ln/>
        </p:spPr>
      </p:sp>
      <p:sp>
        <p:nvSpPr>
          <p:cNvPr id="5" name="Shape 3"/>
          <p:cNvSpPr/>
          <p:nvPr/>
        </p:nvSpPr>
        <p:spPr>
          <a:xfrm>
            <a:off x="825818" y="2994660"/>
            <a:ext cx="12978765" cy="3423047"/>
          </a:xfrm>
          <a:prstGeom prst="roundRect">
            <a:avLst>
              <a:gd name="adj" fmla="val 1049"/>
            </a:avLst>
          </a:prstGeom>
          <a:solidFill>
            <a:srgbClr val="323540"/>
          </a:solidFill>
          <a:ln/>
        </p:spPr>
      </p:sp>
      <p:sp>
        <p:nvSpPr>
          <p:cNvPr id="6" name="Text 4"/>
          <p:cNvSpPr/>
          <p:nvPr/>
        </p:nvSpPr>
        <p:spPr>
          <a:xfrm>
            <a:off x="1065133" y="3174087"/>
            <a:ext cx="12500134" cy="3064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action="https://bank.example.com/transfer" method="POST"&gt;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type="hidden" name="to_account" value="ATTACKER_ACCOUNT_NUMBER" /&gt;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type="hidden" name="amount" value="1000" /&gt;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type="hidden" name="currency" value="USD" /&gt;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document.forms[0].submit();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6686907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Because the user is authenticated, the browser automatically includes their session cookies, making the bank believe this is a legitimate transfer initiated by the user.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498</Words>
  <Application>Microsoft Office PowerPoint</Application>
  <PresentationFormat>Custom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Consolas</vt:lpstr>
      <vt:lpstr>Arial</vt:lpstr>
      <vt:lpstr>Lora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2026-01-29T07:16:58Z</dcterms:created>
  <dcterms:modified xsi:type="dcterms:W3CDTF">2026-01-29T07:20:05Z</dcterms:modified>
</cp:coreProperties>
</file>