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2" r:id="rId3"/>
    <p:sldId id="258" r:id="rId4"/>
    <p:sldId id="259" r:id="rId5"/>
    <p:sldId id="263" r:id="rId6"/>
    <p:sldId id="264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BCB5781-E359-D0FB-A5CD-CF3CAE7103A7}"/>
              </a:ext>
            </a:extLst>
          </p:cNvPr>
          <p:cNvSpPr txBox="1"/>
          <p:nvPr/>
        </p:nvSpPr>
        <p:spPr>
          <a:xfrm>
            <a:off x="737616" y="58130"/>
            <a:ext cx="7815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Vulnerability Scanning with 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ZAP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ZAP – Getting Started">
            <a:extLst>
              <a:ext uri="{FF2B5EF4-FFF2-40B4-BE49-F238E27FC236}">
                <a16:creationId xmlns:a16="http://schemas.microsoft.com/office/drawing/2014/main" id="{92F526F9-0F81-99A3-E05C-47F73C5BF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76" y="1487424"/>
            <a:ext cx="9034727" cy="557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6A241C-DB7D-89EA-3EE8-CF4D760C41B5}"/>
              </a:ext>
            </a:extLst>
          </p:cNvPr>
          <p:cNvSpPr txBox="1"/>
          <p:nvPr/>
        </p:nvSpPr>
        <p:spPr>
          <a:xfrm>
            <a:off x="146304" y="619251"/>
            <a:ext cx="8997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OWASP ZAP</a:t>
            </a:r>
            <a:r>
              <a:rPr lang="en-US" dirty="0"/>
              <a:t> (Zed Attack Proxy) is a </a:t>
            </a:r>
            <a:r>
              <a:rPr lang="en-US" b="1" dirty="0"/>
              <a:t>free, open-source security tool</a:t>
            </a:r>
            <a:r>
              <a:rPr lang="en-US" dirty="0"/>
              <a:t> used to find vulnerabilities in web applications, and detect SQL </a:t>
            </a:r>
            <a:r>
              <a:rPr lang="en-US" dirty="0" err="1"/>
              <a:t>injections,XSS</a:t>
            </a:r>
            <a:r>
              <a:rPr lang="en-US" dirty="0"/>
              <a:t> and misconfigurations.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AE3025E-A05E-768C-8E61-F4FB33834F22}"/>
              </a:ext>
            </a:extLst>
          </p:cNvPr>
          <p:cNvSpPr txBox="1"/>
          <p:nvPr/>
        </p:nvSpPr>
        <p:spPr>
          <a:xfrm>
            <a:off x="83574" y="575108"/>
            <a:ext cx="5279626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scanning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tools to quickly find: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endpoints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web vulnerabilities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use this to understand a target fast.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9EAB0-E8A4-822E-54B6-6935CAB246D4}"/>
              </a:ext>
            </a:extLst>
          </p:cNvPr>
          <p:cNvSpPr txBox="1"/>
          <p:nvPr/>
        </p:nvSpPr>
        <p:spPr>
          <a:xfrm>
            <a:off x="152399" y="96071"/>
            <a:ext cx="5210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🔍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Automated Scanning?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F6880E-D1AD-F155-DA02-830100D20A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40369" y="2792361"/>
            <a:ext cx="5210801" cy="37920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97C8D1-7C83-B990-9158-4EDA05FFDFFE}"/>
              </a:ext>
            </a:extLst>
          </p:cNvPr>
          <p:cNvSpPr txBox="1"/>
          <p:nvPr/>
        </p:nvSpPr>
        <p:spPr>
          <a:xfrm>
            <a:off x="290381" y="57218"/>
            <a:ext cx="73591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Attackers Map Targets Using Automated Scanning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OWASP ZAP">
            <a:extLst>
              <a:ext uri="{FF2B5EF4-FFF2-40B4-BE49-F238E27FC236}">
                <a16:creationId xmlns:a16="http://schemas.microsoft.com/office/drawing/2014/main" id="{EFCB6E1E-8BFF-4E77-0D2A-DAEF38A95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8" y="1487997"/>
            <a:ext cx="8098300" cy="5034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F3CD99-252A-5FAD-7281-A1697CB81223}"/>
              </a:ext>
            </a:extLst>
          </p:cNvPr>
          <p:cNvSpPr txBox="1"/>
          <p:nvPr/>
        </p:nvSpPr>
        <p:spPr>
          <a:xfrm>
            <a:off x="290381" y="965032"/>
            <a:ext cx="806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OWASP ZAP lets defenders use the </a:t>
            </a:r>
            <a:r>
              <a:rPr lang="en-US" b="1" dirty="0"/>
              <a:t>same advantage</a:t>
            </a:r>
            <a:r>
              <a:rPr lang="en-US" dirty="0"/>
              <a:t>, ethically and legally.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F732A9F-345D-C8B9-129E-BAC6DA7BC4FA}"/>
              </a:ext>
            </a:extLst>
          </p:cNvPr>
          <p:cNvSpPr txBox="1"/>
          <p:nvPr/>
        </p:nvSpPr>
        <p:spPr>
          <a:xfrm>
            <a:off x="1165121" y="0"/>
            <a:ext cx="603209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Attackers See During Automated Scanning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B59F3-E55E-AC7C-8BD8-4A808312F780}"/>
              </a:ext>
            </a:extLst>
          </p:cNvPr>
          <p:cNvSpPr txBox="1"/>
          <p:nvPr/>
        </p:nvSpPr>
        <p:spPr>
          <a:xfrm>
            <a:off x="145026" y="882306"/>
            <a:ext cx="8853948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attackers run automated tools like </a:t>
            </a:r>
            <a:r>
              <a:rPr lang="en-US" b="1" dirty="0"/>
              <a:t>OWASP ZAP</a:t>
            </a:r>
            <a:r>
              <a:rPr lang="en-US" dirty="0"/>
              <a:t>, they don’t see your website the way users do. They see structure, weaknesses, and opportunities.</a:t>
            </a:r>
          </a:p>
          <a:p>
            <a:endParaRPr lang="en-US" sz="500" dirty="0"/>
          </a:p>
          <a:p>
            <a:r>
              <a:rPr lang="en-IN" dirty="0"/>
              <a:t>🛡️</a:t>
            </a:r>
            <a:r>
              <a:rPr lang="en-IN" b="1" dirty="0"/>
              <a:t>Application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D6B479-FE95-5FAB-5117-7AF27D5A7143}"/>
              </a:ext>
            </a:extLst>
          </p:cNvPr>
          <p:cNvSpPr txBox="1"/>
          <p:nvPr/>
        </p:nvSpPr>
        <p:spPr>
          <a:xfrm>
            <a:off x="398206" y="183857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Attackers quickly discover: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All reachable pages and endpoints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Hidden URLs not linked in the UI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Parameters used in requests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creates a full map of the application</a:t>
            </a:r>
          </a:p>
        </p:txBody>
      </p:sp>
      <p:pic>
        <p:nvPicPr>
          <p:cNvPr id="4098" name="Picture 2" descr="ZAP – Sites Tree Modifiers">
            <a:extLst>
              <a:ext uri="{FF2B5EF4-FFF2-40B4-BE49-F238E27FC236}">
                <a16:creationId xmlns:a16="http://schemas.microsoft.com/office/drawing/2014/main" id="{FE8DE459-EAF4-1157-4F43-6F1495C79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642" y="3348832"/>
            <a:ext cx="4570933" cy="3400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8A2DE-4189-55AD-8BAB-5F005D68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D0E851-498B-67C7-6F8B-F66AC6FD5300}"/>
              </a:ext>
            </a:extLst>
          </p:cNvPr>
          <p:cNvSpPr txBox="1"/>
          <p:nvPr/>
        </p:nvSpPr>
        <p:spPr>
          <a:xfrm>
            <a:off x="201561" y="276316"/>
            <a:ext cx="8431161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🚪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Points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identify where data enters the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requests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input becomes a possible attack path.</a:t>
            </a:r>
          </a:p>
        </p:txBody>
      </p:sp>
      <p:pic>
        <p:nvPicPr>
          <p:cNvPr id="5122" name="Picture 2" descr="ZAP – Retesting alerts with OWASP ZAP">
            <a:extLst>
              <a:ext uri="{FF2B5EF4-FFF2-40B4-BE49-F238E27FC236}">
                <a16:creationId xmlns:a16="http://schemas.microsoft.com/office/drawing/2014/main" id="{095E6FCA-A6E0-BDAC-4730-0E93100E0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49" y="3061694"/>
            <a:ext cx="5751257" cy="3673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06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CF99-BA3F-AFA8-2267-F7ED0BA9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5BEADE-9632-71F8-A4DD-A699B295B887}"/>
              </a:ext>
            </a:extLst>
          </p:cNvPr>
          <p:cNvSpPr txBox="1"/>
          <p:nvPr/>
        </p:nvSpPr>
        <p:spPr>
          <a:xfrm>
            <a:off x="122903" y="84703"/>
            <a:ext cx="8450825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🧪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scans highlight: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Cross-Site Scripting (XSS)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security headers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flaws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ranked by severity to prioritize attacks.</a:t>
            </a:r>
          </a:p>
        </p:txBody>
      </p:sp>
      <p:pic>
        <p:nvPicPr>
          <p:cNvPr id="6148" name="Picture 4" descr="Vulnerability Assessment Dashboard">
            <a:extLst>
              <a:ext uri="{FF2B5EF4-FFF2-40B4-BE49-F238E27FC236}">
                <a16:creationId xmlns:a16="http://schemas.microsoft.com/office/drawing/2014/main" id="{8FDF011E-9B57-9777-9A92-2F9ECCF91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61" y="3100593"/>
            <a:ext cx="5283498" cy="33297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24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4E8A-35D3-A2D9-25AE-35DF5947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72DCAB-1B93-1456-991B-0A44B8B9E385}"/>
              </a:ext>
            </a:extLst>
          </p:cNvPr>
          <p:cNvSpPr txBox="1"/>
          <p:nvPr/>
        </p:nvSpPr>
        <p:spPr>
          <a:xfrm>
            <a:off x="290050" y="165057"/>
            <a:ext cx="7595419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🗺️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Surface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see: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systems connect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areas are exposed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links between components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them plan the easiest path in.</a:t>
            </a:r>
          </a:p>
        </p:txBody>
      </p:sp>
      <p:pic>
        <p:nvPicPr>
          <p:cNvPr id="7170" name="Picture 2" descr="Explore with the attack surface map in Microsoft Security ...">
            <a:extLst>
              <a:ext uri="{FF2B5EF4-FFF2-40B4-BE49-F238E27FC236}">
                <a16:creationId xmlns:a16="http://schemas.microsoft.com/office/drawing/2014/main" id="{38B5309E-FF66-15AE-91B1-4325C56FE4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6"/>
          <a:stretch>
            <a:fillRect/>
          </a:stretch>
        </p:blipFill>
        <p:spPr bwMode="auto">
          <a:xfrm>
            <a:off x="3097161" y="2884702"/>
            <a:ext cx="5781367" cy="3238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703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231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shrishanth battu</dc:creator>
  <cp:keywords/>
  <dc:description>generated using python-pptx</dc:description>
  <cp:lastModifiedBy>shrishanth battu</cp:lastModifiedBy>
  <cp:revision>3</cp:revision>
  <dcterms:created xsi:type="dcterms:W3CDTF">2013-01-27T09:14:16Z</dcterms:created>
  <dcterms:modified xsi:type="dcterms:W3CDTF">2026-01-22T11:32:41Z</dcterms:modified>
  <cp:category/>
</cp:coreProperties>
</file>