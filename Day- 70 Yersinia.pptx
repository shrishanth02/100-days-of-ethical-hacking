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Gelasio" panose="020B0604020202020204" charset="0"/>
      <p:regular r:id="rId6"/>
    </p:embeddedFont>
    <p:embeddedFont>
      <p:font typeface="Lato" panose="020F0502020204030203" pitchFamily="3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28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45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Yersinia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1346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Yersinia is a powerful, open-source network security tool designed to perform Layer 2 attacks by exploiting vulnerabilities in various network protocols. It is commonly used by penetration testers and network administrators to test network robustness and simulate attacks.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3127"/>
            <a:ext cx="87172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Protocols Attacked by Yersinia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55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Yersinia includes pre-built attacks for the following, mostly Cisco-dependent or infrastructure-critical, protocols: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83587"/>
            <a:ext cx="6407944" cy="2085142"/>
          </a:xfrm>
          <a:prstGeom prst="roundRect">
            <a:avLst>
              <a:gd name="adj" fmla="val 70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83587"/>
            <a:ext cx="121920" cy="208514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240881"/>
            <a:ext cx="58019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DHCP (Dynamic Host Configuration Protocol)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08563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launch DHCP starvation (filling up the IP pool) or create rogue DHCP servers for man-in-the-middle attacks.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83587"/>
            <a:ext cx="6408063" cy="2085142"/>
          </a:xfrm>
          <a:prstGeom prst="roundRect">
            <a:avLst>
              <a:gd name="adj" fmla="val 7017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983587"/>
            <a:ext cx="121920" cy="208514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240881"/>
            <a:ext cx="37380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STP (Spanning Tree Protocol)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73130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claim the root bridge role, causing network instability or DoS by forcing constant re-elections.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9554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29554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552837"/>
            <a:ext cx="39406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CDP (Cisco Discovery Protocol)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604325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flood the neighbor table, causing device memory exhaustion.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9554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29554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552837"/>
            <a:ext cx="43243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DTP (Dynamic Trunking Protocol)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604325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force a port into trunking mode, enabling VLAN hopping.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5762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224" y="2192060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VTP (VLAN Trunking Protocol)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8224" y="303680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delete or modify VLANs.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195762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1396" y="2192060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HSRP (Hot Standby Router Protocol)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51396" y="303680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become the active router in a network, enabling traffic interception.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640133" y="1957626"/>
            <a:ext cx="4196358" cy="2402324"/>
          </a:xfrm>
          <a:prstGeom prst="roundRect">
            <a:avLst>
              <a:gd name="adj" fmla="val 3966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4568" y="21920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802.1Q &amp; 802.1X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4568" y="268247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for VLAN double-tagging attacks and bypassing port-based authentication.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586764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4821198"/>
            <a:ext cx="29400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ISL (Inter-Switch Link)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8224" y="531161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for VLAN encapsulation attacks.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586764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982" y="4821198"/>
            <a:ext cx="4853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MPLS (MultiProtocol Label Switching)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62982" y="531161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to send manipulated, nested, or malicious MPLS packets.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Custom</PresentationFormat>
  <Paragraphs>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Gelasio</vt:lpstr>
      <vt:lpstr>Arial</vt:lpstr>
      <vt:lpstr>Lato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2026-03-07T07:21:53Z</dcterms:created>
  <dcterms:modified xsi:type="dcterms:W3CDTF">2026-03-07T07:22:38Z</dcterms:modified>
</cp:coreProperties>
</file>