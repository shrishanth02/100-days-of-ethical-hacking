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73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HTTP Headers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headers are metadata sent between a client (browser) and server during web communication. They contain information about the request/response, like content type, authentication, caching rules, and security policies.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5157" y="483037"/>
            <a:ext cx="1682353" cy="304681"/>
          </a:xfrm>
          <a:prstGeom prst="roundRect">
            <a:avLst>
              <a:gd name="adj" fmla="val 1937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1360527" y="535662"/>
            <a:ext cx="147161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ESSENTIALS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55157" y="842010"/>
            <a:ext cx="6928485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Security HTTP Headers?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157" y="1747838"/>
            <a:ext cx="5845850" cy="5845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7013" y="1717238"/>
            <a:ext cx="5845850" cy="747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HTTP headers are special instructions that protect users and websites from common attacks. They don't fix bad code, but they reduce damage and block entire classes of attacks.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7013" y="2587228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them as an additional defense layer that works alongside your application security.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9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Security Headers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906441"/>
            <a:ext cx="3138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Content-Security-Policy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39685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XSS attacks by controlling which resources can load on your site.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X-Frame-Options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439685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Stops clickjacking by preventing your site from being embedded in iframes.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906441"/>
            <a:ext cx="3208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Strict-Transport-Security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439685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Forces HTTPS connections to ensure secure communication.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42542"/>
            <a:ext cx="61681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Essential Headers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9148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519148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5448776"/>
            <a:ext cx="32134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X-Content-Type-Options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93919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MIME-type sniffing attacks by ensuring browsers respect declared content types.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519148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98067" y="519148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7777282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Referrer-Policy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7282" y="59391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what information is sent in the Referer header to protect user privacy.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570" y="523280"/>
            <a:ext cx="6268403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Security Headers Matter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70" y="1401961"/>
            <a:ext cx="12753261" cy="559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2020" y="5441341"/>
            <a:ext cx="2235520" cy="34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Mitigate Vectors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102020" y="5885067"/>
            <a:ext cx="2235520" cy="50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 common attack methods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378673" y="5355360"/>
            <a:ext cx="2235520" cy="34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Surface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378673" y="5799086"/>
            <a:ext cx="2235520" cy="50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 exposed resources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58771" y="1989028"/>
            <a:ext cx="2235520" cy="690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Enforce Protocols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58771" y="2778216"/>
            <a:ext cx="2235520" cy="50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 secure headers and TLS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38570" y="7169706"/>
            <a:ext cx="12753261" cy="53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headers act as an additional defense layer that protects your application even when other vulnerabilities exist. They provide comprehensive protection across multiple threat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6507"/>
            <a:ext cx="186285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498" y="75652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702112"/>
            <a:ext cx="13032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RISKS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58716"/>
            <a:ext cx="66444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Cross-Site Scripting (XSS)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4344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Threat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01561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proper headers like Content-Security-Policy, attackers can inject malicious scripts into your website. These scripts can steal user data, hijack sessions, or deface your site.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331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491228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CSP headers define trusted sources for scripts, styles, and other resources, blocking unauthorized code execution.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096" y="2462808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Clickjacking Attacks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45467" y="1454706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45467" y="1886664"/>
            <a:ext cx="6074093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embed your site in a hidden iframe and trick users into clicking elements they can't see.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5467" y="2560439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Defense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5467" y="2992398"/>
            <a:ext cx="6074093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X-Frame-Options header prevents your site from being loaded in frames, eliminating this attack vector entirely.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0324"/>
            <a:ext cx="70452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Man-in-the-Middle Attacks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2731"/>
            <a:ext cx="3700105" cy="2286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73053"/>
            <a:ext cx="2838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Insecure Connections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6347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HSTS, attackers can intercept data on insecure HTTP connections.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802731"/>
            <a:ext cx="3700224" cy="228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537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Forced HTTPS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86347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Strict-Transport-Security header ensures all connections use encrypted HTTPS.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64516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Vulnerabilities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7450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Leakage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03193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Sensitive information exposed through referrers without proper Referrer-Policy.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40745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Content Injection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503193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Unauthorized resources loaded on your pages without X-Content-Type-Options protection.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584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Protect Your Website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073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685217"/>
            <a:ext cx="55096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 all five critical security headers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17563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CSP, X-Frame-Options, HSTS, X-Content-Type-Options, and Referrer-Policy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3550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4432935"/>
            <a:ext cx="42160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your configuration regularly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92335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security scanning tools to verify headers are properly set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398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817751"/>
            <a:ext cx="4463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Stay updated on emerging threats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3081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best practices evolve—keep your defenses current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426</Words>
  <Application>Microsoft Office PowerPoint</Application>
  <PresentationFormat>Custom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2026-01-28T09:59:55Z</dcterms:created>
  <dcterms:modified xsi:type="dcterms:W3CDTF">2026-01-28T10:05:09Z</dcterms:modified>
</cp:coreProperties>
</file>