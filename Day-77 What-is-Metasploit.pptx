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Bitter Medium" panose="020B0604020202020204" charset="0"/>
      <p:regular r:id="rId9"/>
    </p:embeddedFont>
    <p:embeddedFont>
      <p:font typeface="Open Sans" panose="020B0606030504020204" pitchFamily="3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48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7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is Metasploit?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0383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Metasploit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an open-source framework used for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penetration testing and security research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It helps security professionals identify vulnerabilities in systems, exploit those weaknesses, and evaluate how secure a network or application is.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5424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Instead of writing complex attack scripts from scratch, Metasploit provides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pre-built tools and modules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automate many security testing tasks.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351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framework includes a large collection of: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53251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Exploits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code that targets specific vulnerabilities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Payloads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code executed after a successful exploit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Auxiliary tools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scanners, fuzzers, and other utilities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55570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Because it combines many security testing capabilities in one place, Metasploit is often referred to as the </a:t>
            </a:r>
            <a:r>
              <a:rPr lang="en-US" sz="175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"Swiss army knife" of penetration testing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2595"/>
            <a:ext cx="106790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Module: A Key Concept in Metasploit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50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key concept in Metasploit is the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430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module is a piece of code designed to perform a specific task such as: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161109"/>
            <a:ext cx="6407944" cy="1730454"/>
          </a:xfrm>
          <a:prstGeom prst="roundRect">
            <a:avLst>
              <a:gd name="adj" fmla="val 55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224" y="33955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582591"/>
            <a:ext cx="306110" cy="306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8224" y="4302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Scanning systems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428548" y="3161109"/>
            <a:ext cx="6408063" cy="1730454"/>
          </a:xfrm>
          <a:prstGeom prst="roundRect">
            <a:avLst>
              <a:gd name="adj" fmla="val 55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62982" y="33955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3582591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62982" y="4302800"/>
            <a:ext cx="33398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Exploiting vulnerabilities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793790" y="5118378"/>
            <a:ext cx="6407944" cy="1730454"/>
          </a:xfrm>
          <a:prstGeom prst="roundRect">
            <a:avLst>
              <a:gd name="adj" fmla="val 55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35281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539859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6260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Maintaining access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7428548" y="5118378"/>
            <a:ext cx="6408063" cy="1730454"/>
          </a:xfrm>
          <a:prstGeom prst="roundRect">
            <a:avLst>
              <a:gd name="adj" fmla="val 55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662982" y="535281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539859"/>
            <a:ext cx="306110" cy="3061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62982" y="6260068"/>
            <a:ext cx="30176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Gathering information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93790" y="71039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modules help simplify and automate many parts of a penetration test.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95400"/>
            <a:ext cx="1332905" cy="433864"/>
          </a:xfrm>
          <a:prstGeom prst="roundRect">
            <a:avLst>
              <a:gd name="adj" fmla="val 17566"/>
            </a:avLst>
          </a:prstGeom>
          <a:solidFill>
            <a:srgbClr val="FCE2C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63385"/>
            <a:ext cx="106072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19989"/>
            <a:ext cx="61488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Think of It Like a House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8689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you own a house.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869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moving in, you might check: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05037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 the doors locked properly?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 the windows secure?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there any hidden entry point someone could use?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607487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FAD3B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959197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0906" y="589097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penetration tester does the same thing for a computer system or network. And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Metasploit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toolkit that helps them test those </a:t>
            </a:r>
            <a:r>
              <a:rPr lang="en-US" sz="17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"doors and windows"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digital systems.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7492"/>
            <a:ext cx="129469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Why is Metasploit Useful for Penetration Testers?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989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Penetration testers simulate cyberattacks on networks, systems, and applications to identify security weaknesses before real attackers do. Metasploit helps make this process faster and more efficient.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80855"/>
            <a:ext cx="13042821" cy="2411254"/>
          </a:xfrm>
          <a:prstGeom prst="roundRect">
            <a:avLst>
              <a:gd name="adj" fmla="val 3951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4011335"/>
            <a:ext cx="12981861" cy="680442"/>
          </a:xfrm>
          <a:prstGeom prst="roundRect">
            <a:avLst>
              <a:gd name="adj" fmla="val 8626"/>
            </a:avLst>
          </a:prstGeom>
          <a:solidFill>
            <a:srgbClr val="FCE2CF"/>
          </a:solidFill>
          <a:ln/>
        </p:spPr>
      </p:sp>
      <p:sp>
        <p:nvSpPr>
          <p:cNvPr id="6" name="Text 4"/>
          <p:cNvSpPr/>
          <p:nvPr/>
        </p:nvSpPr>
        <p:spPr>
          <a:xfrm>
            <a:off x="7145060" y="413504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4918591"/>
            <a:ext cx="30143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Simplifies Exploitation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5409009"/>
            <a:ext cx="125282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Metasploit contains a large library of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ready-to-use exploits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This allows testers to quickly target known vulnerabilities in software and systems without building their own exploit code.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6904"/>
            <a:ext cx="105656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Supports Reconnaissance and Scanning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59311"/>
            <a:ext cx="97547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D260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7498" y="3134916"/>
            <a:ext cx="688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436" y="3755946"/>
            <a:ext cx="6571417" cy="2576751"/>
          </a:xfrm>
          <a:prstGeom prst="roundRect">
            <a:avLst>
              <a:gd name="adj" fmla="val 6338"/>
            </a:avLst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39827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It Does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4563904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framework includes tools that gather information about targets, helping testers understand how a system can be attacked.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982760"/>
            <a:ext cx="4185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Information Gathered Includes: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563904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ports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Running services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Operating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Possible vulnerabilities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9909"/>
            <a:ext cx="78561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Post-Exploitation &amp; Flexibility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423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238482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420183"/>
            <a:ext cx="39360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Post-Exploitation Capabilities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2910602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gaining access to a system, Metasploit offers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post-exploitation tools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These allow testers to: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30906" y="3772495"/>
            <a:ext cx="5642491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access to the system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sensitive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 system defences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how far an attacker could move within the network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30906" y="5960983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like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Meterpreter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 advanced control over compromised systems for deeper security testing.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56884" y="23423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1955" y="238482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8194000" y="2420183"/>
            <a:ext cx="34492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Flexible and Customisable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94000" y="2910602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Metasploit is highly flexible. Security professionals can: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Custom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Open Sans</vt:lpstr>
      <vt:lpstr>Arial</vt:lpstr>
      <vt:lpstr>Bitter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2026-03-14T17:07:42Z</dcterms:created>
  <dcterms:modified xsi:type="dcterms:W3CDTF">2026-03-14T17:08:33Z</dcterms:modified>
</cp:coreProperties>
</file>