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ost Grotesk Medium" panose="020B0604020202020204" charset="0"/>
      <p:regular r:id="rId17"/>
    </p:embeddedFont>
    <p:embeddedFont>
      <p:font typeface="Roboto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74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51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Pentesting Tools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167" y="655796"/>
            <a:ext cx="5647134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</a:t>
            </a:r>
            <a:r>
              <a:rPr lang="en-US" sz="3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2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Kali Linux</a:t>
            </a:r>
            <a:r>
              <a:rPr lang="en-US" sz="3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The Foundation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66167" y="1557099"/>
            <a:ext cx="13098066" cy="59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 Linux is an operating system designed for penetration testing and security research, based on Debian with over 600 pre-installed tools. It's the starting point for most beginners because it eliminates setup complexity.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6167" y="2441019"/>
            <a:ext cx="4036933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beginner tools included: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766167" y="3116937"/>
            <a:ext cx="3131463" cy="2282547"/>
          </a:xfrm>
          <a:prstGeom prst="roundRect">
            <a:avLst>
              <a:gd name="adj" fmla="val 382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70" y="3332440"/>
            <a:ext cx="623888" cy="62388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3239" y="3503890"/>
            <a:ext cx="280749" cy="2807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1670" y="4146947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Nmap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81670" y="4586049"/>
            <a:ext cx="2700457" cy="59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scanning and discovery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088249" y="3116937"/>
            <a:ext cx="3131582" cy="2282547"/>
          </a:xfrm>
          <a:prstGeom prst="roundRect">
            <a:avLst>
              <a:gd name="adj" fmla="val 382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752" y="3332440"/>
            <a:ext cx="623888" cy="62388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321" y="3503890"/>
            <a:ext cx="280749" cy="2807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03752" y="4146947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Wireshark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4303752" y="4586049"/>
            <a:ext cx="270057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traffic analysis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410450" y="3116937"/>
            <a:ext cx="3131582" cy="2282547"/>
          </a:xfrm>
          <a:prstGeom prst="roundRect">
            <a:avLst>
              <a:gd name="adj" fmla="val 382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5953" y="3332440"/>
            <a:ext cx="623888" cy="623887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97522" y="3503890"/>
            <a:ext cx="280749" cy="28074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625953" y="4146947"/>
            <a:ext cx="263223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Metasploit Framework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7625953" y="4586049"/>
            <a:ext cx="270057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Exploitation platform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10732651" y="3116937"/>
            <a:ext cx="3131582" cy="2282547"/>
          </a:xfrm>
          <a:prstGeom prst="roundRect">
            <a:avLst>
              <a:gd name="adj" fmla="val 382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8154" y="3332440"/>
            <a:ext cx="623888" cy="623887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19723" y="3503890"/>
            <a:ext cx="280749" cy="28074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0948154" y="4146947"/>
            <a:ext cx="267247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Burp Suite Community</a:t>
            </a:r>
            <a:endParaRPr lang="en-US" sz="2000" dirty="0"/>
          </a:p>
        </p:txBody>
      </p:sp>
      <p:sp>
        <p:nvSpPr>
          <p:cNvPr id="24" name="Text 14"/>
          <p:cNvSpPr/>
          <p:nvPr/>
        </p:nvSpPr>
        <p:spPr>
          <a:xfrm>
            <a:off x="10948154" y="4586049"/>
            <a:ext cx="270057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application testing</a:t>
            </a: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766167" y="5590103"/>
            <a:ext cx="13098066" cy="1983581"/>
          </a:xfrm>
          <a:prstGeom prst="roundRect">
            <a:avLst>
              <a:gd name="adj" fmla="val 440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670" y="5805607"/>
            <a:ext cx="623888" cy="623887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53239" y="5977057"/>
            <a:ext cx="280749" cy="28074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981670" y="6620113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John the Ripper</a:t>
            </a:r>
            <a:endParaRPr lang="en-US" sz="2000" dirty="0"/>
          </a:p>
        </p:txBody>
      </p:sp>
      <p:sp>
        <p:nvSpPr>
          <p:cNvPr id="29" name="Text 17"/>
          <p:cNvSpPr/>
          <p:nvPr/>
        </p:nvSpPr>
        <p:spPr>
          <a:xfrm>
            <a:off x="981670" y="7059216"/>
            <a:ext cx="1266705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 cracking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9127"/>
            <a:ext cx="496252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</a:t>
            </a: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28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Nmap</a:t>
            </a: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Network Discovery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3790" y="1383030"/>
            <a:ext cx="13042821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Nmap is a free tool for network security assessment that helps identify hosts, services, and operating systems on a network. It's essential for understanding your target environment.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036088"/>
            <a:ext cx="13042821" cy="1741646"/>
          </a:xfrm>
          <a:prstGeom prst="roundRect">
            <a:avLst>
              <a:gd name="adj" fmla="val 4376"/>
            </a:avLst>
          </a:prstGeom>
          <a:solidFill>
            <a:srgbClr val="EDECE8"/>
          </a:solidFill>
          <a:ln/>
        </p:spPr>
      </p:sp>
      <p:sp>
        <p:nvSpPr>
          <p:cNvPr id="5" name="Shape 3"/>
          <p:cNvSpPr/>
          <p:nvPr/>
        </p:nvSpPr>
        <p:spPr>
          <a:xfrm>
            <a:off x="784741" y="2036088"/>
            <a:ext cx="13060918" cy="1741646"/>
          </a:xfrm>
          <a:prstGeom prst="roundRect">
            <a:avLst>
              <a:gd name="adj" fmla="val 1563"/>
            </a:avLst>
          </a:prstGeom>
          <a:solidFill>
            <a:srgbClr val="EDECE8"/>
          </a:solidFill>
          <a:ln/>
        </p:spPr>
      </p:sp>
      <p:sp>
        <p:nvSpPr>
          <p:cNvPr id="6" name="Text 4"/>
          <p:cNvSpPr/>
          <p:nvPr/>
        </p:nvSpPr>
        <p:spPr>
          <a:xfrm>
            <a:off x="966192" y="2172176"/>
            <a:ext cx="12698016" cy="1469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scan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nmap 192.168.1.1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Scan all ports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nmap -p- 192.168.1.1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version detection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192.168.1.1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3790" y="4031697"/>
            <a:ext cx="13042821" cy="30242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279583"/>
            <a:ext cx="5369838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</a:t>
            </a: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28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Wireshark</a:t>
            </a: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Network Analysis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93790" y="4950857"/>
            <a:ext cx="13042821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Wireshark captures and analyzes network traffic across various communication channels, helping identify security issues and protocol errors. It's invaluable for understanding how applications communicate.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3790" y="5603915"/>
            <a:ext cx="13042821" cy="1986558"/>
          </a:xfrm>
          <a:prstGeom prst="roundRect">
            <a:avLst>
              <a:gd name="adj" fmla="val 3836"/>
            </a:avLst>
          </a:prstGeom>
          <a:solidFill>
            <a:srgbClr val="ED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784741" y="5603915"/>
            <a:ext cx="13060918" cy="1986558"/>
          </a:xfrm>
          <a:prstGeom prst="roundRect">
            <a:avLst>
              <a:gd name="adj" fmla="val 1370"/>
            </a:avLst>
          </a:prstGeom>
          <a:solidFill>
            <a:srgbClr val="EDECE8"/>
          </a:solidFill>
          <a:ln/>
        </p:spPr>
      </p:sp>
      <p:sp>
        <p:nvSpPr>
          <p:cNvPr id="12" name="Text 10"/>
          <p:cNvSpPr/>
          <p:nvPr/>
        </p:nvSpPr>
        <p:spPr>
          <a:xfrm>
            <a:off x="966192" y="5740003"/>
            <a:ext cx="12698016" cy="1714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Capture interface traffic (CLI with tshark)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tshark -i eth0 -w capture.pcap -c 100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Captures 100 packets to file for later analysis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HTTP traffic live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-i eth0 -Y "http.request" -T fields -e http.request.uri -e ip.src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Lists GET/POST paths and source IPs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2152"/>
            <a:ext cx="62447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5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Burp Suite Community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Web Testing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82917"/>
            <a:ext cx="62447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Suite is a web application security testing tool that allows interception and modification of traffic between browser and server. The Community edition provides essential features for learning web application testing.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436168" y="795338"/>
            <a:ext cx="6571417" cy="3152299"/>
          </a:xfrm>
          <a:prstGeom prst="roundRect">
            <a:avLst>
              <a:gd name="adj" fmla="val 5181"/>
            </a:avLst>
          </a:prstGeom>
          <a:solidFill>
            <a:srgbClr val="95CCDA"/>
          </a:solidFill>
          <a:ln/>
        </p:spPr>
      </p:sp>
      <p:sp>
        <p:nvSpPr>
          <p:cNvPr id="5" name="Text 3"/>
          <p:cNvSpPr/>
          <p:nvPr/>
        </p:nvSpPr>
        <p:spPr>
          <a:xfrm>
            <a:off x="7662982" y="1022152"/>
            <a:ext cx="611778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5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Metasploit Framework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Exploitation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662982" y="2382917"/>
            <a:ext cx="6117788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Metasploit is a complete exploitation platform for testing security vulnerabilities and executing exploits. It's beginner-friendly with a vast library of pre-built exploits.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87798"/>
            <a:ext cx="360033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Basic Metasploit Usage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93790" y="5053251"/>
            <a:ext cx="13042821" cy="2381012"/>
          </a:xfrm>
          <a:prstGeom prst="roundRect">
            <a:avLst>
              <a:gd name="adj" fmla="val 4001"/>
            </a:avLst>
          </a:prstGeom>
          <a:solidFill>
            <a:srgbClr val="EDECE8"/>
          </a:solidFill>
          <a:ln/>
        </p:spPr>
      </p:sp>
      <p:sp>
        <p:nvSpPr>
          <p:cNvPr id="9" name="Shape 7"/>
          <p:cNvSpPr/>
          <p:nvPr/>
        </p:nvSpPr>
        <p:spPr>
          <a:xfrm>
            <a:off x="782479" y="5053251"/>
            <a:ext cx="13065443" cy="2381012"/>
          </a:xfrm>
          <a:prstGeom prst="roundRect">
            <a:avLst>
              <a:gd name="adj" fmla="val 1429"/>
            </a:avLst>
          </a:prstGeom>
          <a:solidFill>
            <a:srgbClr val="EDECE8"/>
          </a:solidFill>
          <a:ln/>
        </p:spPr>
      </p:sp>
      <p:sp>
        <p:nvSpPr>
          <p:cNvPr id="10" name="Text 8"/>
          <p:cNvSpPr/>
          <p:nvPr/>
        </p:nvSpPr>
        <p:spPr>
          <a:xfrm>
            <a:off x="1009293" y="5223272"/>
            <a:ext cx="12611814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Metasploit usage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msfconsole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 exploit/windows/smb/ms17_010_eternalblue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 exploit/windows/smb/ms17_010_eternalblue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RHOSTS 192.168.1.100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exploit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583"/>
            <a:ext cx="7496413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0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OWASP ZAP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Web Application Scanner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665208"/>
            <a:ext cx="13042821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OWASP ZAP is an open-source web application security scanner that helps identify vulnerabilities in web applications. It's more automated than Burp Suite Community and great for finding common web vulnerabilities.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384346"/>
            <a:ext cx="13042821" cy="1358741"/>
          </a:xfrm>
          <a:prstGeom prst="roundRect">
            <a:avLst>
              <a:gd name="adj" fmla="val 5960"/>
            </a:avLst>
          </a:prstGeom>
          <a:solidFill>
            <a:srgbClr val="EDECE8"/>
          </a:solidFill>
          <a:ln/>
        </p:spPr>
      </p:sp>
      <p:sp>
        <p:nvSpPr>
          <p:cNvPr id="5" name="Shape 3"/>
          <p:cNvSpPr/>
          <p:nvPr/>
        </p:nvSpPr>
        <p:spPr>
          <a:xfrm>
            <a:off x="784265" y="2384346"/>
            <a:ext cx="13061871" cy="1358741"/>
          </a:xfrm>
          <a:prstGeom prst="roundRect">
            <a:avLst>
              <a:gd name="adj" fmla="val 2128"/>
            </a:avLst>
          </a:prstGeom>
          <a:solidFill>
            <a:srgbClr val="EDECE8"/>
          </a:solidFill>
          <a:ln/>
        </p:spPr>
      </p:sp>
      <p:sp>
        <p:nvSpPr>
          <p:cNvPr id="6" name="Text 4"/>
          <p:cNvSpPr/>
          <p:nvPr/>
        </p:nvSpPr>
        <p:spPr>
          <a:xfrm>
            <a:off x="977027" y="2528888"/>
            <a:ext cx="12676346" cy="106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active scan (CLI)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zap-cli quick-scan --spider http://target.com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GUI: New Scan → Active Scan → Start → Reviews XSS, SQLi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Alerts tab shows HIGH: Cross Site Scripting (Reflected)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3790" y="4023698"/>
            <a:ext cx="13042821" cy="31671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301014"/>
            <a:ext cx="7018377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0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John the Ripper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Password Cracking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3790" y="5028724"/>
            <a:ext cx="13042821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John the Ripper is a free password cracking tool that supports multiple operating systems and can crack various password hash types. It's essential for understanding password security.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3790" y="5747861"/>
            <a:ext cx="13042821" cy="1626156"/>
          </a:xfrm>
          <a:prstGeom prst="roundRect">
            <a:avLst>
              <a:gd name="adj" fmla="val 4980"/>
            </a:avLst>
          </a:prstGeom>
          <a:solidFill>
            <a:srgbClr val="ED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784265" y="5747861"/>
            <a:ext cx="13061871" cy="1626156"/>
          </a:xfrm>
          <a:prstGeom prst="roundRect">
            <a:avLst>
              <a:gd name="adj" fmla="val 1778"/>
            </a:avLst>
          </a:prstGeom>
          <a:solidFill>
            <a:srgbClr val="EDECE8"/>
          </a:solidFill>
          <a:ln/>
        </p:spPr>
      </p:sp>
      <p:sp>
        <p:nvSpPr>
          <p:cNvPr id="12" name="Text 10"/>
          <p:cNvSpPr/>
          <p:nvPr/>
        </p:nvSpPr>
        <p:spPr>
          <a:xfrm>
            <a:off x="977027" y="5892403"/>
            <a:ext cx="12676346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Crack with wordlist (save hash first: unshadow /etc/passwd /etc/shadow &gt; hashes.txt)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john --wordlist=/usr/share/wordlists/rockyou.txt hashes.txt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password123 (admin:1000:1000::/home/admin:/bin/bash)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Show cracked: john --show hashes.txt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30198"/>
            <a:ext cx="7505700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0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Hashcat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Advanced Password Cracking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87241" y="1430536"/>
            <a:ext cx="1305591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Hashcat is a powerful password cracker that uses multiple techniques including dictionaries, rainbow tables, and brute force. It's more advanced than John the Ripper and supports GPU acceleration.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87241" y="2140267"/>
            <a:ext cx="13055918" cy="1871901"/>
          </a:xfrm>
          <a:prstGeom prst="roundRect">
            <a:avLst>
              <a:gd name="adj" fmla="val 4290"/>
            </a:avLst>
          </a:prstGeom>
          <a:solidFill>
            <a:srgbClr val="EDECE8"/>
          </a:solidFill>
          <a:ln/>
        </p:spPr>
      </p:sp>
      <p:sp>
        <p:nvSpPr>
          <p:cNvPr id="5" name="Shape 3"/>
          <p:cNvSpPr/>
          <p:nvPr/>
        </p:nvSpPr>
        <p:spPr>
          <a:xfrm>
            <a:off x="777716" y="2140267"/>
            <a:ext cx="13074968" cy="1871901"/>
          </a:xfrm>
          <a:prstGeom prst="roundRect">
            <a:avLst>
              <a:gd name="adj" fmla="val 1532"/>
            </a:avLst>
          </a:prstGeom>
          <a:solidFill>
            <a:srgbClr val="EDECE8"/>
          </a:solidFill>
          <a:ln/>
        </p:spPr>
      </p:sp>
      <p:sp>
        <p:nvSpPr>
          <p:cNvPr id="6" name="Text 4"/>
          <p:cNvSpPr/>
          <p:nvPr/>
        </p:nvSpPr>
        <p:spPr>
          <a:xfrm>
            <a:off x="968812" y="2283619"/>
            <a:ext cx="12692777" cy="1585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GPU-accelerated WPA2 handshake (from airodump-ng cap)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2500 capture.hccapx /usr/share/wordlists/rockyou.txt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NTLM hashes from SMB dump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1000 ntlm_hashes.txt rockyou.txt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Cracked: admin:Password123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7241" y="4289047"/>
            <a:ext cx="13055918" cy="3143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87241" y="4562118"/>
            <a:ext cx="5370552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0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Nikto</a:t>
            </a: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Web Server Scanner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7241" y="5281851"/>
            <a:ext cx="1305591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Nikto is an open-source web server scanner that performs comprehensive tests against web servers for multiple items. It's excellent for quickly identifying common web server misconfigurations.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7241" y="5991582"/>
            <a:ext cx="13055918" cy="1607701"/>
          </a:xfrm>
          <a:prstGeom prst="roundRect">
            <a:avLst>
              <a:gd name="adj" fmla="val 4995"/>
            </a:avLst>
          </a:prstGeom>
          <a:solidFill>
            <a:srgbClr val="ED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716" y="5991582"/>
            <a:ext cx="13074968" cy="1607701"/>
          </a:xfrm>
          <a:prstGeom prst="roundRect">
            <a:avLst>
              <a:gd name="adj" fmla="val 1784"/>
            </a:avLst>
          </a:prstGeom>
          <a:solidFill>
            <a:srgbClr val="EDECE8"/>
          </a:solidFill>
          <a:ln/>
        </p:spPr>
      </p:sp>
      <p:sp>
        <p:nvSpPr>
          <p:cNvPr id="12" name="Text 10"/>
          <p:cNvSpPr/>
          <p:nvPr/>
        </p:nvSpPr>
        <p:spPr>
          <a:xfrm>
            <a:off x="968812" y="6134933"/>
            <a:ext cx="12692777" cy="1320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nikto -h http://scanme.nmap.org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+ /admin/: Admin directory found (+ OSVDB-0)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nikto -h https://target.com -ssl -Plugins "headers,software"</a:t>
            </a:r>
            <a:endParaRPr lang="en-US" sz="15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Server: Apache/2.4.41 (Ubuntu) → Version disclosure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8828"/>
            <a:ext cx="652950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5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SQLMap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SQL Injection Tool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05965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SQLMap is an automated SQL injection and database takeover tool that can detect and exploit SQL injection vulnerabilities. It's essential for web application testing.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41439"/>
            <a:ext cx="13042821" cy="1700689"/>
          </a:xfrm>
          <a:prstGeom prst="roundRect">
            <a:avLst>
              <a:gd name="adj" fmla="val 5602"/>
            </a:avLst>
          </a:prstGeom>
          <a:solidFill>
            <a:srgbClr val="EDECE8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941439"/>
            <a:ext cx="13065443" cy="1700689"/>
          </a:xfrm>
          <a:prstGeom prst="roundRect">
            <a:avLst>
              <a:gd name="adj" fmla="val 2001"/>
            </a:avLst>
          </a:prstGeom>
          <a:solidFill>
            <a:srgbClr val="EDECE8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111460"/>
            <a:ext cx="12611814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SQL injection test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sqlmap -u "http://target.com/page?id=1" --dbs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Dump database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sqlmap -u "http://target.com/page?id=1" --dump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010659"/>
            <a:ext cx="13042821" cy="35957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5301734"/>
            <a:ext cx="13042821" cy="1829038"/>
          </a:xfrm>
          <a:prstGeom prst="roundRect">
            <a:avLst>
              <a:gd name="adj" fmla="val 7999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301734"/>
            <a:ext cx="121920" cy="18290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524" y="5559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6. Hydra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6049447"/>
            <a:ext cx="1243679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brute-forcer for SSH/FTP/HTTP logins.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42524" y="6525697"/>
            <a:ext cx="12436793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hydra -l admin -P rockyou.txt ssh://target_ip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64538"/>
            <a:ext cx="1625679" cy="355163"/>
          </a:xfrm>
          <a:prstGeom prst="roundRect">
            <a:avLst>
              <a:gd name="adj" fmla="val 1931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6186" y="1125736"/>
            <a:ext cx="138088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TOOLS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93163"/>
            <a:ext cx="703814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Professional-Grade Pentesting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3790" y="2406610"/>
            <a:ext cx="3122890" cy="4758333"/>
          </a:xfrm>
          <a:prstGeom prst="roundRect">
            <a:avLst>
              <a:gd name="adj" fmla="val 274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6650" y="2429470"/>
            <a:ext cx="3077170" cy="612338"/>
          </a:xfrm>
          <a:prstGeom prst="roundRect">
            <a:avLst>
              <a:gd name="adj" fmla="val 9522"/>
            </a:avLst>
          </a:prstGeom>
          <a:solidFill>
            <a:srgbClr val="D9EDF2"/>
          </a:solidFill>
          <a:ln/>
        </p:spPr>
      </p:sp>
      <p:sp>
        <p:nvSpPr>
          <p:cNvPr id="7" name="Text 5"/>
          <p:cNvSpPr/>
          <p:nvPr/>
        </p:nvSpPr>
        <p:spPr>
          <a:xfrm>
            <a:off x="2202180" y="254043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0723" y="3225522"/>
            <a:ext cx="266902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Metasploit Pro - Advanced Exploitation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0723" y="3973354"/>
            <a:ext cx="266902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(Contact Rapid7 for license)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0723" y="4374356"/>
            <a:ext cx="2669024" cy="23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professional version of Metasploit offers advanced features like automated exploitation, reporting, and collaboration tools. It's used by professional penetration testers for comprehensive assessments.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00393" y="2406610"/>
            <a:ext cx="3122890" cy="4758333"/>
          </a:xfrm>
          <a:prstGeom prst="roundRect">
            <a:avLst>
              <a:gd name="adj" fmla="val 274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3253" y="2429470"/>
            <a:ext cx="3077170" cy="612338"/>
          </a:xfrm>
          <a:prstGeom prst="roundRect">
            <a:avLst>
              <a:gd name="adj" fmla="val 9522"/>
            </a:avLst>
          </a:prstGeom>
          <a:solidFill>
            <a:srgbClr val="D9EDF2"/>
          </a:solidFill>
          <a:ln/>
        </p:spPr>
      </p:sp>
      <p:sp>
        <p:nvSpPr>
          <p:cNvPr id="13" name="Text 11"/>
          <p:cNvSpPr/>
          <p:nvPr/>
        </p:nvSpPr>
        <p:spPr>
          <a:xfrm>
            <a:off x="5508784" y="254043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7327" y="3225522"/>
            <a:ext cx="2669024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Burp Suite Professional - Advanced Web Testing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27327" y="4292203"/>
            <a:ext cx="2669024" cy="203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professional version offers advanced features like automated scanning, vulnerability reporting, and collaboration tools. It's the industry standard for web application security testing.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997" y="2406610"/>
            <a:ext cx="3122890" cy="4758333"/>
          </a:xfrm>
          <a:prstGeom prst="roundRect">
            <a:avLst>
              <a:gd name="adj" fmla="val 274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9857" y="2429470"/>
            <a:ext cx="3077170" cy="612338"/>
          </a:xfrm>
          <a:prstGeom prst="roundRect">
            <a:avLst>
              <a:gd name="adj" fmla="val 9522"/>
            </a:avLst>
          </a:prstGeom>
          <a:solidFill>
            <a:srgbClr val="D9EDF2"/>
          </a:solidFill>
          <a:ln/>
        </p:spPr>
      </p:sp>
      <p:sp>
        <p:nvSpPr>
          <p:cNvPr id="18" name="Text 16"/>
          <p:cNvSpPr/>
          <p:nvPr/>
        </p:nvSpPr>
        <p:spPr>
          <a:xfrm>
            <a:off x="8815388" y="254043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33930" y="3225522"/>
            <a:ext cx="2669024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BeEF (Browser Exploitation Framework) - Client-Side Attacks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33930" y="4611053"/>
            <a:ext cx="2669024" cy="23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BeEF focuses on client-side attack vectors via web browsers, making it unique for website penetration testing. It's advanced because it requires understanding of browser security and JavaScript.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13601" y="2406610"/>
            <a:ext cx="3123009" cy="4758333"/>
          </a:xfrm>
          <a:prstGeom prst="roundRect">
            <a:avLst>
              <a:gd name="adj" fmla="val 2745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36461" y="2429470"/>
            <a:ext cx="3077289" cy="612338"/>
          </a:xfrm>
          <a:prstGeom prst="roundRect">
            <a:avLst>
              <a:gd name="adj" fmla="val 9522"/>
            </a:avLst>
          </a:prstGeom>
          <a:solidFill>
            <a:srgbClr val="D9EDF2"/>
          </a:solidFill>
          <a:ln/>
        </p:spPr>
      </p:sp>
      <p:sp>
        <p:nvSpPr>
          <p:cNvPr id="23" name="Text 21"/>
          <p:cNvSpPr/>
          <p:nvPr/>
        </p:nvSpPr>
        <p:spPr>
          <a:xfrm>
            <a:off x="12121991" y="254043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940534" y="3225522"/>
            <a:ext cx="266914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Exploit Pack - Automated Pentesting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40534" y="3973354"/>
            <a:ext cx="2669143" cy="23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Exploit Pack is a Java-based automated pentesting tool used to manage exploits and perform red team operations. It's advanced because it requires understanding of exploit development and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3444"/>
            <a:ext cx="7556421" cy="102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</a:t>
            </a: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32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Aircrack-ng</a:t>
            </a: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- Wireless Penetration Testing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280190" y="2179558"/>
            <a:ext cx="755642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Aircrack-ng is a software suite for wireless LAN penetration testing. It's advanced because it requires understanding of wireless protocols and encryption.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80190" y="2967990"/>
            <a:ext cx="7556421" cy="4378166"/>
          </a:xfrm>
          <a:prstGeom prst="roundRect">
            <a:avLst>
              <a:gd name="adj" fmla="val 1958"/>
            </a:avLst>
          </a:prstGeom>
          <a:solidFill>
            <a:srgbClr val="EDECE8"/>
          </a:solidFill>
          <a:ln/>
        </p:spPr>
      </p:sp>
      <p:sp>
        <p:nvSpPr>
          <p:cNvPr id="6" name="Shape 3"/>
          <p:cNvSpPr/>
          <p:nvPr/>
        </p:nvSpPr>
        <p:spPr>
          <a:xfrm>
            <a:off x="6270069" y="2967990"/>
            <a:ext cx="7576661" cy="4378166"/>
          </a:xfrm>
          <a:prstGeom prst="roundRect">
            <a:avLst>
              <a:gd name="adj" fmla="val 699"/>
            </a:avLst>
          </a:prstGeom>
          <a:solidFill>
            <a:srgbClr val="EDECE8"/>
          </a:solidFill>
          <a:ln/>
        </p:spPr>
      </p:sp>
      <p:sp>
        <p:nvSpPr>
          <p:cNvPr id="7" name="Text 4"/>
          <p:cNvSpPr/>
          <p:nvPr/>
        </p:nvSpPr>
        <p:spPr>
          <a:xfrm>
            <a:off x="6474143" y="3120985"/>
            <a:ext cx="7168515" cy="407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 mode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airmon-ng start wlan0 # Creates wlan0mon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Scan APs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airodump-ng wlan0mon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BSSID PWR Beacons CH ESSID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Deauth &amp; capture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aireplay-ng -0 10 -a BSSID wlan0mon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airodump-ng -c 6 --bssid BSSID -w handshake wlan0mon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Crack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aircrack-ng -w rockyou.txt handshake-01.cap</a:t>
            </a:r>
            <a:endParaRPr lang="en-US" sz="16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KEY FOUND! [ wifi123 ]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167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Tool Categories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78198"/>
            <a:ext cx="4452461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Network Scanning &amp; Enumeration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93790" y="2303502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Nmap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Network discovery and port scanning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Zenmap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GUI for Nmap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Netcat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Network utility for reading/writing network connections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Masscan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Fast port scanner for large networks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708797"/>
            <a:ext cx="3187422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Web Application Testing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93790" y="4234101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Suite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Web application security testing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OWASP ZAP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Open-source web application scanner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Nikto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Web server scanner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W3af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Web application attack and audit framework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5639395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Password Cracking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93790" y="6164699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John the Ripper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Password cracking tool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Hashcat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Advanced password cracker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Hydra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Network login cracker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Cain &amp; Abel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Windows password recovery tool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57968" y="1778198"/>
            <a:ext cx="321516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Exploitation Frameworks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57968" y="2303502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Metasploit Framework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Complete exploitation platform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Exploit Pack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Java-based automated pentesting tool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Impact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Commercial exploitation framework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Canvas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Commercial exploitation framework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57968" y="3708797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Wireless Testing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557968" y="4234101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Aircrack-ng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Wireless LAN penetration testing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Kismet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Wireless network detector and sniffer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Wifite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Automated wireless attack tool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Reaver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WPS PIN brute force tool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57968" y="5639395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Post-Exploitation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557968" y="6164699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Mimikatz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Windows credential dumping tool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PowerShell Empire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Post-exploitation framework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Cobalt Strike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Advanced red teaming tool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Metasploit Meterpreter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Post-exploitation payload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Custom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Host Grotesk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2026-02-26T12:41:08Z</dcterms:created>
  <dcterms:modified xsi:type="dcterms:W3CDTF">2026-02-26T12:43:28Z</dcterms:modified>
</cp:coreProperties>
</file>