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DM Sans" pitchFamily="2" charset="0"/>
      <p:regular r:id="rId13"/>
      <p:bold r:id="rId14"/>
    </p:embeddedFont>
    <p:embeddedFont>
      <p:font typeface="PT Serif" panose="020A0603040505020204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644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0968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WPSCAN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29410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WPScan is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WordPress vulnerability scanner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identifies security issues in WordPress installations.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949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to Use?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867382"/>
            <a:ext cx="6407944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28124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01453"/>
            <a:ext cx="37067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WordPress security auditing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428548" y="2867382"/>
            <a:ext cx="6408063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7655362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281243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5362" y="4001453"/>
            <a:ext cx="461688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Finding vulnerable plugins/themes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793790" y="4827151"/>
            <a:ext cx="6407944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1020604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41012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0604" y="5961221"/>
            <a:ext cx="55806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Checking for outdated WordPress versions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7428548" y="4827151"/>
            <a:ext cx="6408063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7655362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41012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55362" y="5961221"/>
            <a:ext cx="31893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Finding weak passwords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5073"/>
            <a:ext cx="72205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Installation &amp; Basic Syntax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630436" y="3569494"/>
            <a:ext cx="6571417" cy="2175034"/>
          </a:xfrm>
          <a:prstGeom prst="roundRect">
            <a:avLst>
              <a:gd name="adj" fmla="val 1564"/>
            </a:avLst>
          </a:prstGeom>
          <a:solidFill>
            <a:srgbClr val="808080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7963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Installation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57250" y="4423529"/>
            <a:ext cx="6117788" cy="1065848"/>
          </a:xfrm>
          <a:prstGeom prst="roundRect">
            <a:avLst>
              <a:gd name="adj" fmla="val 3192"/>
            </a:avLst>
          </a:prstGeom>
          <a:solidFill>
            <a:srgbClr val="737373"/>
          </a:solidFill>
          <a:ln/>
        </p:spPr>
      </p:sp>
      <p:sp>
        <p:nvSpPr>
          <p:cNvPr id="6" name="Shape 4"/>
          <p:cNvSpPr/>
          <p:nvPr/>
        </p:nvSpPr>
        <p:spPr>
          <a:xfrm>
            <a:off x="845939" y="4423529"/>
            <a:ext cx="6140410" cy="1065848"/>
          </a:xfrm>
          <a:prstGeom prst="roundRect">
            <a:avLst>
              <a:gd name="adj" fmla="val 3192"/>
            </a:avLst>
          </a:prstGeom>
          <a:solidFill>
            <a:srgbClr val="737373"/>
          </a:solidFill>
          <a:ln/>
        </p:spPr>
      </p:sp>
      <p:sp>
        <p:nvSpPr>
          <p:cNvPr id="7" name="Text 5"/>
          <p:cNvSpPr/>
          <p:nvPr/>
        </p:nvSpPr>
        <p:spPr>
          <a:xfrm>
            <a:off x="1072753" y="4593550"/>
            <a:ext cx="5686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73737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wpscan # Kali/Debian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73737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wpscan    # macOS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7963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Basic Syntax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599521" y="4423529"/>
            <a:ext cx="6244709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88210" y="4423529"/>
            <a:ext cx="6267331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815024" y="4593550"/>
            <a:ext cx="58137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[options] [target]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0230"/>
            <a:ext cx="3870246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Practical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412200"/>
            <a:ext cx="3291007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Basic WordPress Scan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3790" y="1942862"/>
            <a:ext cx="13042821" cy="2361009"/>
          </a:xfrm>
          <a:prstGeom prst="roundRect">
            <a:avLst>
              <a:gd name="adj" fmla="val 9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6527" y="1942862"/>
            <a:ext cx="13057346" cy="2361009"/>
          </a:xfrm>
          <a:prstGeom prst="roundRect">
            <a:avLst>
              <a:gd name="adj" fmla="val 93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33926" y="2053352"/>
            <a:ext cx="12762548" cy="214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scan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version 5.8.2 identified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theme: twentytwentyone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plugin: akismet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plugin: contact-form-7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plugin: wp-super-cache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user: admin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user: john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[+] WordPress user: jane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4447580"/>
            <a:ext cx="3732728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Detailed WordPress Scan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93790" y="4978241"/>
            <a:ext cx="13042821" cy="2361009"/>
          </a:xfrm>
          <a:prstGeom prst="roundRect">
            <a:avLst>
              <a:gd name="adj" fmla="val 93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6527" y="4978241"/>
            <a:ext cx="13057346" cy="2361009"/>
          </a:xfrm>
          <a:prstGeom prst="roundRect">
            <a:avLst>
              <a:gd name="adj" fmla="val 93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33926" y="5088731"/>
            <a:ext cx="12762548" cy="214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Scan with all options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http://192.168.1.105 --enumerate p,t,u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-p = plugins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-t = themes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-u = users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Scan with specific plugins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http://192.168.1.105 --plugins-detection=aggressive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Scan with specific themes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http://192.168.1.105 --themes-detection=aggressive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Scan with specific users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http://192.168.1.105 --users=admin,john,jane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163"/>
            <a:ext cx="82480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Brute Force WordPress Login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884051"/>
            <a:ext cx="4196358" cy="3659267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84051"/>
            <a:ext cx="121920" cy="365926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413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Brute force login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142524" y="3768566"/>
            <a:ext cx="3590330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131213" y="3768566"/>
            <a:ext cx="3612952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358027" y="3938588"/>
            <a:ext cx="315932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http://192.168.1.105 --passwords /usr/share/wordlists/rockyou.txt --username admin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884051"/>
            <a:ext cx="4196358" cy="3659267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6482" y="2884051"/>
            <a:ext cx="121920" cy="365926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31413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Brute force all users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565696" y="3768566"/>
            <a:ext cx="3590330" cy="2517458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4385" y="3768566"/>
            <a:ext cx="3612952" cy="2517458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5781199" y="3938588"/>
            <a:ext cx="315932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http://192.168.1.105 --passwords /usr/share/wordlists/rockyou.txt --usernames=admin,john,jane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884051"/>
            <a:ext cx="4196358" cy="3659267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9653" y="2884051"/>
            <a:ext cx="121920" cy="365926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9988868" y="31413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 specific wordlist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9988868" y="3768566"/>
            <a:ext cx="3590330" cy="2517458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9977557" y="3768566"/>
            <a:ext cx="3612952" cy="2517458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10204371" y="3938588"/>
            <a:ext cx="315932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http://192.168.1.105 --passwords /usr/share/wordlists/rockyou.txt --username admin --threads 10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720"/>
            <a:ext cx="4187190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Real-World Scenario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93790" y="155102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1797844"/>
            <a:ext cx="64658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192285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Basic scan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3790" y="2308265"/>
            <a:ext cx="6465808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5932" y="2308265"/>
            <a:ext cx="6481524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44642" y="2427327"/>
            <a:ext cx="61641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70683" y="155102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70683" y="1797844"/>
            <a:ext cx="6465927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370683" y="192285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Enumerate plugins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70683" y="2308265"/>
            <a:ext cx="6465927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62825" y="2308265"/>
            <a:ext cx="6481643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521535" y="2427327"/>
            <a:ext cx="61642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http://192.168.1.105 --enumerate 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3790" y="299251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3239333"/>
            <a:ext cx="64658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336434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Enumerate themes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3790" y="3749754"/>
            <a:ext cx="6465808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785932" y="3749754"/>
            <a:ext cx="6481524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944642" y="3868817"/>
            <a:ext cx="61641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http://192.168.1.105 --enumerate 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70683" y="299251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70683" y="3239333"/>
            <a:ext cx="6465927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683" y="336434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Enumerate users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70683" y="3749754"/>
            <a:ext cx="6465927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2825" y="3749754"/>
            <a:ext cx="6481643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7521535" y="3868817"/>
            <a:ext cx="61642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http://192.168.1.105 --enumerate u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3790" y="443400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3790" y="4680823"/>
            <a:ext cx="64658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4805839"/>
            <a:ext cx="264842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for vulnerable plugins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790" y="5191244"/>
            <a:ext cx="6465808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85932" y="5191244"/>
            <a:ext cx="6481524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944642" y="5310307"/>
            <a:ext cx="61641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http://192.168.1.105 --plugins-detection=aggressive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70683" y="443400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370683" y="4680823"/>
            <a:ext cx="6465927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5" name="Text 33"/>
          <p:cNvSpPr/>
          <p:nvPr/>
        </p:nvSpPr>
        <p:spPr>
          <a:xfrm>
            <a:off x="7370683" y="4805839"/>
            <a:ext cx="264116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for vulnerable themes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70683" y="5191244"/>
            <a:ext cx="6465927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37" name="Shape 35"/>
          <p:cNvSpPr/>
          <p:nvPr/>
        </p:nvSpPr>
        <p:spPr>
          <a:xfrm>
            <a:off x="7362825" y="5191244"/>
            <a:ext cx="6481643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7521535" y="5310307"/>
            <a:ext cx="61642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http://192.168.1.105 --themes-detection=aggressive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93790" y="587549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3790" y="6122313"/>
            <a:ext cx="64658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1" name="Text 39"/>
          <p:cNvSpPr/>
          <p:nvPr/>
        </p:nvSpPr>
        <p:spPr>
          <a:xfrm>
            <a:off x="793790" y="624732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Brute force login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93790" y="6632734"/>
            <a:ext cx="6465808" cy="670084"/>
          </a:xfrm>
          <a:prstGeom prst="roundRect">
            <a:avLst>
              <a:gd name="adj" fmla="val 3554"/>
            </a:avLst>
          </a:prstGeom>
          <a:solidFill>
            <a:srgbClr val="F2F2F2"/>
          </a:solidFill>
          <a:ln/>
        </p:spPr>
      </p:sp>
      <p:sp>
        <p:nvSpPr>
          <p:cNvPr id="43" name="Shape 41"/>
          <p:cNvSpPr/>
          <p:nvPr/>
        </p:nvSpPr>
        <p:spPr>
          <a:xfrm>
            <a:off x="785932" y="6632734"/>
            <a:ext cx="6481524" cy="670084"/>
          </a:xfrm>
          <a:prstGeom prst="roundRect">
            <a:avLst>
              <a:gd name="adj" fmla="val 3554"/>
            </a:avLst>
          </a:prstGeom>
          <a:solidFill>
            <a:srgbClr val="F2F2F2"/>
          </a:solidFill>
          <a:ln/>
        </p:spPr>
      </p:sp>
      <p:sp>
        <p:nvSpPr>
          <p:cNvPr id="44" name="Text 42"/>
          <p:cNvSpPr/>
          <p:nvPr/>
        </p:nvSpPr>
        <p:spPr>
          <a:xfrm>
            <a:off x="944642" y="6751796"/>
            <a:ext cx="616410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http://192.168.1.105 --passwords /usr/share/wordlists/rockyou.txt --username admin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370683" y="587549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70683" y="6122313"/>
            <a:ext cx="6465927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683" y="624732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Save results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70683" y="6632734"/>
            <a:ext cx="6465927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49" name="Shape 47"/>
          <p:cNvSpPr/>
          <p:nvPr/>
        </p:nvSpPr>
        <p:spPr>
          <a:xfrm>
            <a:off x="7362825" y="6632734"/>
            <a:ext cx="6481643" cy="454104"/>
          </a:xfrm>
          <a:prstGeom prst="roundRect">
            <a:avLst>
              <a:gd name="adj" fmla="val 5245"/>
            </a:avLst>
          </a:prstGeom>
          <a:solidFill>
            <a:srgbClr val="F2F2F2"/>
          </a:solidFill>
          <a:ln/>
        </p:spPr>
      </p:sp>
      <p:sp>
        <p:nvSpPr>
          <p:cNvPr id="50" name="Text 48"/>
          <p:cNvSpPr/>
          <p:nvPr/>
        </p:nvSpPr>
        <p:spPr>
          <a:xfrm>
            <a:off x="7521535" y="6751796"/>
            <a:ext cx="61642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wpscan --url http://192.168.1.105 --enumerate p,t,u --output-file results.txt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Custom</PresentationFormat>
  <Paragraphs>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PT Serif Light</vt:lpstr>
      <vt:lpstr>Consolas</vt:lpstr>
      <vt:lpstr>DM Sans</vt:lpstr>
      <vt:lpstr>PT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2026-03-05T12:12:51Z</dcterms:created>
  <dcterms:modified xsi:type="dcterms:W3CDTF">2026-03-05T12:13:32Z</dcterms:modified>
</cp:coreProperties>
</file>