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embeddedFontLst>
    <p:embeddedFont>
      <p:font typeface="Consolas" panose="020B0609020204030204" pitchFamily="49" charset="0"/>
      <p:regular r:id="rId9"/>
      <p:bold r:id="rId10"/>
      <p:italic r:id="rId11"/>
      <p:boldItalic r:id="rId12"/>
    </p:embeddedFont>
    <p:embeddedFont>
      <p:font typeface="DM Sans" pitchFamily="2" charset="0"/>
      <p:regular r:id="rId13"/>
      <p:bold r:id="rId14"/>
    </p:embeddedFont>
    <p:embeddedFont>
      <p:font typeface="PT Serif" panose="020A0603040505020204" pitchFamily="18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0054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151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github.com/beefproject/beef" TargetMode="Externa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127.0.0.1:3000/ui/pane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://127.0.0.1:3000/hook.js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735461"/>
            <a:ext cx="7556421" cy="1511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🐂</a:t>
            </a: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BEeF (Browser Exploitation Framework)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793790" y="4587002"/>
            <a:ext cx="75564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BeEF is a </a:t>
            </a:r>
            <a:r>
              <a:rPr lang="en-US" sz="2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browser exploitation framework</a:t>
            </a:r>
            <a:r>
              <a:rPr lang="en-US" sz="2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that allows you to hook browsers and run various attacks.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69494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Where to Use?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2867382"/>
            <a:ext cx="6407944" cy="1732955"/>
          </a:xfrm>
          <a:prstGeom prst="roundRect">
            <a:avLst>
              <a:gd name="adj" fmla="val 1963"/>
            </a:avLst>
          </a:prstGeom>
          <a:solidFill>
            <a:srgbClr val="F2EEEE"/>
          </a:solidFill>
          <a:ln/>
        </p:spPr>
      </p:sp>
      <p:sp>
        <p:nvSpPr>
          <p:cNvPr id="4" name="Shape 2"/>
          <p:cNvSpPr/>
          <p:nvPr/>
        </p:nvSpPr>
        <p:spPr>
          <a:xfrm>
            <a:off x="1020604" y="309419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04F0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7770" y="3281243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400145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Browser-based attacks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7428548" y="2867382"/>
            <a:ext cx="6408063" cy="1732955"/>
          </a:xfrm>
          <a:prstGeom prst="roundRect">
            <a:avLst>
              <a:gd name="adj" fmla="val 1963"/>
            </a:avLst>
          </a:prstGeom>
          <a:solidFill>
            <a:srgbClr val="F2EEEE"/>
          </a:solidFill>
          <a:ln/>
        </p:spPr>
      </p:sp>
      <p:sp>
        <p:nvSpPr>
          <p:cNvPr id="8" name="Shape 5"/>
          <p:cNvSpPr/>
          <p:nvPr/>
        </p:nvSpPr>
        <p:spPr>
          <a:xfrm>
            <a:off x="7655362" y="309419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04F00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42528" y="3281243"/>
            <a:ext cx="306110" cy="3061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655362" y="400145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Social engineering</a:t>
            </a:r>
            <a:endParaRPr lang="en-US" sz="2300" dirty="0"/>
          </a:p>
        </p:txBody>
      </p:sp>
      <p:sp>
        <p:nvSpPr>
          <p:cNvPr id="11" name="Shape 7"/>
          <p:cNvSpPr/>
          <p:nvPr/>
        </p:nvSpPr>
        <p:spPr>
          <a:xfrm>
            <a:off x="793790" y="4827151"/>
            <a:ext cx="6407944" cy="1732955"/>
          </a:xfrm>
          <a:prstGeom prst="roundRect">
            <a:avLst>
              <a:gd name="adj" fmla="val 1963"/>
            </a:avLst>
          </a:prstGeom>
          <a:solidFill>
            <a:srgbClr val="F2EEEE"/>
          </a:solidFill>
          <a:ln/>
        </p:spPr>
      </p:sp>
      <p:sp>
        <p:nvSpPr>
          <p:cNvPr id="12" name="Shape 8"/>
          <p:cNvSpPr/>
          <p:nvPr/>
        </p:nvSpPr>
        <p:spPr>
          <a:xfrm>
            <a:off x="1020604" y="505396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04F00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07770" y="5241012"/>
            <a:ext cx="306110" cy="3061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20604" y="5961221"/>
            <a:ext cx="3140273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Client-side exploitation</a:t>
            </a:r>
            <a:endParaRPr lang="en-US" sz="2300" dirty="0"/>
          </a:p>
        </p:txBody>
      </p:sp>
      <p:sp>
        <p:nvSpPr>
          <p:cNvPr id="15" name="Shape 10"/>
          <p:cNvSpPr/>
          <p:nvPr/>
        </p:nvSpPr>
        <p:spPr>
          <a:xfrm>
            <a:off x="7428548" y="4827151"/>
            <a:ext cx="6408063" cy="1732955"/>
          </a:xfrm>
          <a:prstGeom prst="roundRect">
            <a:avLst>
              <a:gd name="adj" fmla="val 1963"/>
            </a:avLst>
          </a:prstGeom>
          <a:solidFill>
            <a:srgbClr val="F2EEEE"/>
          </a:solidFill>
          <a:ln/>
        </p:spPr>
      </p:sp>
      <p:sp>
        <p:nvSpPr>
          <p:cNvPr id="16" name="Shape 11"/>
          <p:cNvSpPr/>
          <p:nvPr/>
        </p:nvSpPr>
        <p:spPr>
          <a:xfrm>
            <a:off x="7655362" y="505396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04F00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42528" y="5241012"/>
            <a:ext cx="306110" cy="30611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655362" y="596122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Post-exploitation</a:t>
            </a:r>
            <a:endParaRPr lang="en-US" sz="2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88" y="1655088"/>
            <a:ext cx="4919424" cy="49194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80190" y="2912031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Installation</a:t>
            </a:r>
            <a:endParaRPr lang="en-US" sz="4650" dirty="0"/>
          </a:p>
        </p:txBody>
      </p:sp>
      <p:sp>
        <p:nvSpPr>
          <p:cNvPr id="5" name="Shape 1"/>
          <p:cNvSpPr/>
          <p:nvPr/>
        </p:nvSpPr>
        <p:spPr>
          <a:xfrm>
            <a:off x="6280190" y="3996452"/>
            <a:ext cx="7556421" cy="702945"/>
          </a:xfrm>
          <a:prstGeom prst="roundRect">
            <a:avLst>
              <a:gd name="adj" fmla="val 4840"/>
            </a:avLst>
          </a:prstGeom>
          <a:solidFill>
            <a:srgbClr val="F2F2F2"/>
          </a:solidFill>
          <a:ln/>
        </p:spPr>
      </p:sp>
      <p:sp>
        <p:nvSpPr>
          <p:cNvPr id="6" name="Shape 2"/>
          <p:cNvSpPr/>
          <p:nvPr/>
        </p:nvSpPr>
        <p:spPr>
          <a:xfrm>
            <a:off x="6268879" y="3996452"/>
            <a:ext cx="7579043" cy="702945"/>
          </a:xfrm>
          <a:prstGeom prst="roundRect">
            <a:avLst>
              <a:gd name="adj" fmla="val 4840"/>
            </a:avLst>
          </a:prstGeom>
          <a:solidFill>
            <a:srgbClr val="F2F2F2"/>
          </a:solidFill>
          <a:ln/>
        </p:spPr>
      </p:sp>
      <p:sp>
        <p:nvSpPr>
          <p:cNvPr id="7" name="Text 3"/>
          <p:cNvSpPr/>
          <p:nvPr/>
        </p:nvSpPr>
        <p:spPr>
          <a:xfrm>
            <a:off x="6495693" y="4166473"/>
            <a:ext cx="712541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beef-xss # Kali/Debian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6280190" y="495454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 install from </a:t>
            </a:r>
            <a:r>
              <a:rPr lang="en-US" sz="1750" u="sng" dirty="0">
                <a:solidFill>
                  <a:srgbClr val="CC4800"/>
                </a:solidFill>
                <a:latin typeface="DM Sans" pitchFamily="34" charset="0"/>
                <a:ea typeface="DM Sans" pitchFamily="34" charset="-122"/>
                <a:cs typeface="DM San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https://github.com/beefproject/beef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89767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Basic Usage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1824752"/>
            <a:ext cx="4763333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1. Setting Up BeEF</a:t>
            </a:r>
            <a:endParaRPr lang="en-US" sz="3750" dirty="0"/>
          </a:p>
        </p:txBody>
      </p:sp>
      <p:sp>
        <p:nvSpPr>
          <p:cNvPr id="4" name="Shape 2"/>
          <p:cNvSpPr/>
          <p:nvPr/>
        </p:nvSpPr>
        <p:spPr>
          <a:xfrm>
            <a:off x="793790" y="3015496"/>
            <a:ext cx="6244709" cy="3969067"/>
          </a:xfrm>
          <a:prstGeom prst="roundRect">
            <a:avLst>
              <a:gd name="adj" fmla="val 857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782479" y="3015496"/>
            <a:ext cx="6267331" cy="3969067"/>
          </a:xfrm>
          <a:prstGeom prst="roundRect">
            <a:avLst>
              <a:gd name="adj" fmla="val 857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1009293" y="3185517"/>
            <a:ext cx="5813703" cy="3629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Start BeEF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sudo beef-xss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Access web interface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http://127.0.0.1:3000/ui/panel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Default credentials: beef:beef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Configure hook URL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http://127.0.0.1:3000/hook.js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36168" y="2760345"/>
            <a:ext cx="6571417" cy="4479369"/>
          </a:xfrm>
          <a:prstGeom prst="roundRect">
            <a:avLst>
              <a:gd name="adj" fmla="val 760"/>
            </a:avLst>
          </a:prstGeom>
          <a:solidFill>
            <a:srgbClr val="CCCCCC"/>
          </a:solidFill>
          <a:ln/>
        </p:spPr>
      </p:sp>
      <p:sp>
        <p:nvSpPr>
          <p:cNvPr id="8" name="Text 6"/>
          <p:cNvSpPr/>
          <p:nvPr/>
        </p:nvSpPr>
        <p:spPr>
          <a:xfrm>
            <a:off x="7662982" y="298715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Quick Reference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7662982" y="3586043"/>
            <a:ext cx="61177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Web Panel:</a:t>
            </a:r>
            <a:r>
              <a:rPr lang="en-US" sz="1750" u="sng" dirty="0">
                <a:solidFill>
                  <a:srgbClr val="993600"/>
                </a:solidFill>
                <a:latin typeface="DM Sans" pitchFamily="34" charset="0"/>
                <a:ea typeface="DM Sans" pitchFamily="34" charset="-122"/>
                <a:cs typeface="DM San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http://127.0.0.1:3000/ui/panel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662982" y="4515922"/>
            <a:ext cx="61177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Credentials: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beef:beef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662982" y="5445800"/>
            <a:ext cx="61177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Hook URL:</a:t>
            </a:r>
            <a:r>
              <a:rPr lang="en-US" sz="1750" u="sng" dirty="0">
                <a:solidFill>
                  <a:srgbClr val="993600"/>
                </a:solidFill>
                <a:latin typeface="DM Sans" pitchFamily="34" charset="0"/>
                <a:ea typeface="DM Sans" pitchFamily="34" charset="-122"/>
                <a:cs typeface="DM San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http://127.0.0.1:3000/hook.js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65697"/>
            <a:ext cx="8438555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Hooking &amp; Running Commands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2963585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870347" y="2995493"/>
            <a:ext cx="357188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530906" y="304145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Hooking a Browser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530906" y="3549610"/>
            <a:ext cx="342149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a malicious page with hook script. Victim visits the page. Browser gets hooked to BeEF. View hooked browsers in BeEF dashboard.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35893" y="2963585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5312450" y="2995493"/>
            <a:ext cx="357188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973008" y="304145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Running Commands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5973008" y="3549610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hooked browser. Go to "Commands" tab. Choose command category: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5973008" y="4774406"/>
            <a:ext cx="3421499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Browser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Network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Social Engineering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Exploits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77995" y="2963585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9754552" y="2995493"/>
            <a:ext cx="357188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0415111" y="304145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Execute &amp; Review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0415111" y="3549610"/>
            <a:ext cx="34214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Run command. View results.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18066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Real-World Scenario</a:t>
            </a:r>
            <a:endParaRPr lang="en-US" sz="4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1944291"/>
            <a:ext cx="226814" cy="22681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3790" y="2270998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5" name="Text 2"/>
          <p:cNvSpPr/>
          <p:nvPr/>
        </p:nvSpPr>
        <p:spPr>
          <a:xfrm>
            <a:off x="793790" y="244530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Step 1: Start BeEF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793790" y="3072527"/>
            <a:ext cx="6407944" cy="702945"/>
          </a:xfrm>
          <a:prstGeom prst="roundRect">
            <a:avLst>
              <a:gd name="adj" fmla="val 4840"/>
            </a:avLst>
          </a:prstGeom>
          <a:solidFill>
            <a:srgbClr val="F2F2F2"/>
          </a:solidFill>
          <a:ln/>
        </p:spPr>
      </p:sp>
      <p:sp>
        <p:nvSpPr>
          <p:cNvPr id="7" name="Shape 4"/>
          <p:cNvSpPr/>
          <p:nvPr/>
        </p:nvSpPr>
        <p:spPr>
          <a:xfrm>
            <a:off x="782479" y="3072527"/>
            <a:ext cx="6430566" cy="702945"/>
          </a:xfrm>
          <a:prstGeom prst="roundRect">
            <a:avLst>
              <a:gd name="adj" fmla="val 4840"/>
            </a:avLst>
          </a:prstGeom>
          <a:solidFill>
            <a:srgbClr val="F2F2F2"/>
          </a:solidFill>
          <a:ln/>
        </p:spPr>
      </p:sp>
      <p:sp>
        <p:nvSpPr>
          <p:cNvPr id="8" name="Text 5"/>
          <p:cNvSpPr/>
          <p:nvPr/>
        </p:nvSpPr>
        <p:spPr>
          <a:xfrm>
            <a:off x="1009293" y="3242548"/>
            <a:ext cx="597693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sudo beef-xss</a:t>
            </a:r>
            <a:endParaRPr lang="en-US" sz="17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28548" y="1944291"/>
            <a:ext cx="226814" cy="22681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428548" y="2270998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1" name="Text 7"/>
          <p:cNvSpPr/>
          <p:nvPr/>
        </p:nvSpPr>
        <p:spPr>
          <a:xfrm>
            <a:off x="7428548" y="2445306"/>
            <a:ext cx="3902273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Step 2: Create malicious page</a:t>
            </a:r>
            <a:endParaRPr lang="en-US" sz="2300" dirty="0"/>
          </a:p>
        </p:txBody>
      </p:sp>
      <p:sp>
        <p:nvSpPr>
          <p:cNvPr id="12" name="Text 8"/>
          <p:cNvSpPr/>
          <p:nvPr/>
        </p:nvSpPr>
        <p:spPr>
          <a:xfrm>
            <a:off x="7428548" y="2953464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Include hook script in the page.</a:t>
            </a:r>
            <a:endParaRPr lang="en-US" sz="17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4200644"/>
            <a:ext cx="226814" cy="226814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793790" y="4527352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5" name="Text 10"/>
          <p:cNvSpPr/>
          <p:nvPr/>
        </p:nvSpPr>
        <p:spPr>
          <a:xfrm>
            <a:off x="793790" y="4701659"/>
            <a:ext cx="5609273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Step 3: Social engineer victim to visit page</a:t>
            </a:r>
            <a:endParaRPr lang="en-US" sz="2300" dirty="0"/>
          </a:p>
        </p:txBody>
      </p:sp>
      <p:sp>
        <p:nvSpPr>
          <p:cNvPr id="16" name="Text 11"/>
          <p:cNvSpPr/>
          <p:nvPr/>
        </p:nvSpPr>
        <p:spPr>
          <a:xfrm>
            <a:off x="793790" y="5209818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phishing email or malicious link.</a:t>
            </a:r>
            <a:endParaRPr lang="en-US" sz="17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28548" y="4200644"/>
            <a:ext cx="226814" cy="226814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7428548" y="4527352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9" name="Text 13"/>
          <p:cNvSpPr/>
          <p:nvPr/>
        </p:nvSpPr>
        <p:spPr>
          <a:xfrm>
            <a:off x="7428548" y="4701659"/>
            <a:ext cx="560355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Step 4: Run commands on hooked browser</a:t>
            </a:r>
            <a:endParaRPr lang="en-US" sz="2300" dirty="0"/>
          </a:p>
        </p:txBody>
      </p:sp>
      <p:sp>
        <p:nvSpPr>
          <p:cNvPr id="20" name="Text 14"/>
          <p:cNvSpPr/>
          <p:nvPr/>
        </p:nvSpPr>
        <p:spPr>
          <a:xfrm>
            <a:off x="7428548" y="5209818"/>
            <a:ext cx="6408063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Get browser information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Take screenshot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Redirect to malicious site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Steal cookies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Run JavaScript exploits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</Words>
  <Application>Microsoft Office PowerPoint</Application>
  <PresentationFormat>Custom</PresentationFormat>
  <Paragraphs>59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DM Sans</vt:lpstr>
      <vt:lpstr>PT Serif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shrishanth battu</cp:lastModifiedBy>
  <cp:revision>2</cp:revision>
  <dcterms:created xsi:type="dcterms:W3CDTF">2026-03-04T11:50:27Z</dcterms:created>
  <dcterms:modified xsi:type="dcterms:W3CDTF">2026-03-04T11:51:25Z</dcterms:modified>
</cp:coreProperties>
</file>