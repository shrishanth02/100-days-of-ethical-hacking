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81" r:id="rId7"/>
    <p:sldId id="261" r:id="rId8"/>
    <p:sldId id="262" r:id="rId9"/>
    <p:sldId id="263" r:id="rId10"/>
    <p:sldId id="274" r:id="rId11"/>
    <p:sldId id="275" r:id="rId12"/>
    <p:sldId id="282" r:id="rId13"/>
    <p:sldId id="264" r:id="rId14"/>
    <p:sldId id="283" r:id="rId15"/>
    <p:sldId id="267" r:id="rId16"/>
    <p:sldId id="265" r:id="rId17"/>
    <p:sldId id="266" r:id="rId18"/>
    <p:sldId id="284" r:id="rId19"/>
    <p:sldId id="269" r:id="rId20"/>
    <p:sldId id="268" r:id="rId21"/>
    <p:sldId id="270" r:id="rId22"/>
    <p:sldId id="271" r:id="rId23"/>
    <p:sldId id="285" r:id="rId24"/>
    <p:sldId id="272" r:id="rId25"/>
    <p:sldId id="273" r:id="rId26"/>
    <p:sldId id="277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F66C478-AAA3-F052-D129-711A6AE2A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55" y="502264"/>
            <a:ext cx="7993626" cy="532908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574" y="953729"/>
            <a:ext cx="1440426" cy="572064"/>
          </a:xfrm>
        </p:spPr>
        <p:txBody>
          <a:bodyPr>
            <a:normAutofit fontScale="90000"/>
          </a:bodyPr>
          <a:lstStyle/>
          <a:p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 &amp; 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5979"/>
            <a:ext cx="8229600" cy="4525963"/>
          </a:xfrm>
        </p:spPr>
        <p:txBody>
          <a:bodyPr>
            <a:no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ls: Lists files and directories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ls [options] [path]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ls 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/var/log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cd: Changes the current directory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cd [directory]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cd 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/nginx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2233F4-A4CD-68CB-B1D7-3A65A7955D88}"/>
              </a:ext>
            </a:extLst>
          </p:cNvPr>
          <p:cNvSpPr txBox="1"/>
          <p:nvPr/>
        </p:nvSpPr>
        <p:spPr>
          <a:xfrm>
            <a:off x="285135" y="165657"/>
            <a:ext cx="83180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📁📂</a:t>
            </a:r>
            <a:r>
              <a:rPr lang="en-US" sz="40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File &amp; Directory Management </a:t>
            </a:r>
            <a:endParaRPr lang="en-IN" sz="4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cp &amp; mv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cp: Copies files or directories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 [options] source destination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 -r 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/backup/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skel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mv: Moves or renames files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mv source destination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mv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old.conf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new.conf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pwd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mkdir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pwd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Shows the current directory path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pwd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pwd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mkdir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Creates a new directory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mkdir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[options] directory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mkdir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-p /data/app/logs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rmdir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rmdir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Deletes an empty directory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rmdir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directory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rmdir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old_backup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rm: Removes files or directories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rm [options] file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rm -rf 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tmp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testdir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7B7BD-E281-5D21-2572-081ABC082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0FF7B-E081-C961-B761-3A9CE0CE1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D6CCB-2DAC-9632-4329-992AA5E41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906256" cy="45259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 :Displays detailed file metadata</a:t>
            </a: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 file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 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/passwd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tree: Displays directories in a tree format</a:t>
            </a: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 [path]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 /var/www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731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7225" y="836147"/>
            <a:ext cx="2256503" cy="685801"/>
          </a:xfrm>
        </p:spPr>
        <p:txBody>
          <a:bodyPr>
            <a:normAutofit/>
          </a:bodyPr>
          <a:lstStyle/>
          <a:p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touch &amp; cat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touch: Creates an empty file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touch file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touch notes.txt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cat: Displays file contents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 file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 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/hosts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623B34-EDC3-4034-0F84-9DF1936D0524}"/>
              </a:ext>
            </a:extLst>
          </p:cNvPr>
          <p:cNvSpPr txBox="1"/>
          <p:nvPr/>
        </p:nvSpPr>
        <p:spPr>
          <a:xfrm>
            <a:off x="395747" y="50822"/>
            <a:ext cx="87359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📄🔍</a:t>
            </a:r>
            <a:r>
              <a:rPr lang="en-US" sz="40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File Viewing &amp; Text Processing </a:t>
            </a:r>
            <a:endParaRPr lang="en-IN" sz="4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&amp; more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less: Views file contents page by page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less file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less /var/log/syslog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more: Displays file contents one screen at a time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file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/var/log/syslog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&amp; 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head: Shows the first lines of a file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head -n number file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head -n 20 access.log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tail: Shows the last lines of a file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tail [options] file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tail -f app.log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grep &amp; awk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grep: Searches text patterns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grep [options] pattern file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grep ERROR app.log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awk: Processes text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awk 'pattern {action}' file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awk '{print $1}' access.log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sed &amp; </a:t>
            </a:r>
            <a:r>
              <a:rPr lang="en-IN" dirty="0" err="1"/>
              <a:t>wc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sed: Edits text streams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sed 'expression' file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sed 's/http/https/'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site.conf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lines, words, and characters.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[options] file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-l users.txt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E7B20-1B51-BD76-23A6-0475C3E5E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E9A8C-1B28-41D5-170B-6E073A5F1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</a:t>
            </a:r>
            <a:r>
              <a:rPr lang="en-IN" dirty="0"/>
              <a:t>ort</a:t>
            </a:r>
            <a:r>
              <a:rPr dirty="0"/>
              <a:t> &amp; </a:t>
            </a:r>
            <a:r>
              <a:rPr lang="en-IN" dirty="0" err="1"/>
              <a:t>uniq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3E395-CEA2-B16C-B3A2-48F6ACF10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sed: Edits text streams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sed 'expression' file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sed 's/http/https/'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site.conf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lines, words, and characters.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[options] file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-l users.txt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390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9405" y="983225"/>
            <a:ext cx="3229897" cy="493406"/>
          </a:xfrm>
        </p:spPr>
        <p:txBody>
          <a:bodyPr>
            <a:normAutofit fontScale="90000"/>
          </a:bodyPr>
          <a:lstStyle/>
          <a:p>
            <a:r>
              <a:rPr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chmod</a:t>
            </a:r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chown</a:t>
            </a:r>
            <a:endParaRPr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chmod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Changes file permissions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chmod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[mode] file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chmod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755 script.sh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chown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Changes file ownership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chown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user:group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chown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nginx:nginx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site.conf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1AFD9-E34E-0450-26B1-0AC14512F766}"/>
              </a:ext>
            </a:extLst>
          </p:cNvPr>
          <p:cNvSpPr txBox="1"/>
          <p:nvPr/>
        </p:nvSpPr>
        <p:spPr>
          <a:xfrm>
            <a:off x="629262" y="151770"/>
            <a:ext cx="77478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🔐👤</a:t>
            </a:r>
            <a:r>
              <a:rPr lang="en-US" sz="40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Permissions &amp; Ownership </a:t>
            </a:r>
            <a:endParaRPr lang="en-IN" sz="4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AEE5D-B5C7-A2CB-56FA-D7BC1A41E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63140-58B5-5F33-C094-0C99664EC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chgrp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Umask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2984A-C860-D88C-AF22-C9F1A9AA9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chgrp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Changes group ownership.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chgrp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 file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chgrp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developers app/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Umask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Sets default permission mode.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umask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[mode]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umask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022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455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3368" y="924230"/>
            <a:ext cx="2580968" cy="532735"/>
          </a:xfrm>
        </p:spPr>
        <p:txBody>
          <a:bodyPr>
            <a:normAutofit fontScale="90000"/>
          </a:bodyPr>
          <a:lstStyle/>
          <a:p>
            <a:r>
              <a:rPr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kill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Displays process status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[options]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kill: Stops a running process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kill [signal] PID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kill -9 1234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0706C-69C1-7E0C-D211-1CD24F16B27F}"/>
              </a:ext>
            </a:extLst>
          </p:cNvPr>
          <p:cNvSpPr txBox="1"/>
          <p:nvPr/>
        </p:nvSpPr>
        <p:spPr>
          <a:xfrm>
            <a:off x="0" y="144727"/>
            <a:ext cx="89645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/>
              <a:t>⚙️🖥️</a:t>
            </a:r>
            <a:r>
              <a:rPr lang="en-US" sz="40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Process &amp; System Management </a:t>
            </a:r>
            <a:endParaRPr lang="en-IN" sz="4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du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Shows disk space usage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-h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du: Shows directory space usage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 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 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/var/log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&amp; 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free: Displays memory usage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free -h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free -h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top: Shows running processes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E1B5A-B1B9-969E-4A99-5B1076D62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E13E1-0977-91F0-AC8D-3525AB675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Systemctl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journalctl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C8575-EB64-1214-8E2A-C19815B86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Systemctl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Controls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services.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systemctl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action service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systemctl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restart nginx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journalctl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Queries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journalctl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[options]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journalctl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sshd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62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4373" y="914398"/>
            <a:ext cx="3308555" cy="532735"/>
          </a:xfrm>
        </p:spPr>
        <p:txBody>
          <a:bodyPr>
            <a:normAutofit fontScale="90000"/>
          </a:bodyPr>
          <a:lstStyle/>
          <a:p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&amp; </a:t>
            </a:r>
            <a:r>
              <a:rPr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ifconfig</a:t>
            </a:r>
            <a:endParaRPr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21040" cy="4525963"/>
          </a:xfrm>
        </p:spPr>
        <p:txBody>
          <a:bodyPr>
            <a:normAutofit lnSpcReduction="1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 Displays user identity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(UID, GID, groups)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ifconfig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Shows network interface info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ifconfig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ifconfig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eth0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DF8349-0271-83DF-3A80-F9B2FB617638}"/>
              </a:ext>
            </a:extLst>
          </p:cNvPr>
          <p:cNvSpPr txBox="1"/>
          <p:nvPr/>
        </p:nvSpPr>
        <p:spPr>
          <a:xfrm>
            <a:off x="624348" y="129979"/>
            <a:ext cx="76150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🌐📡</a:t>
            </a:r>
            <a:r>
              <a:rPr lang="en-US" sz="4000" dirty="0">
                <a:solidFill>
                  <a:schemeClr val="tx2"/>
                </a:solidFill>
              </a:rPr>
              <a:t>Networking &amp; Connectivity </a:t>
            </a:r>
            <a:endParaRPr lang="en-IN" sz="4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uname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whoami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uname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Displays system information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kernel and OS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[options]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whoami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Shows current user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whoami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whoami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Manages network interfaces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addr|link|route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ping: Checks network connectivity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ping host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ping google.com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wget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curl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wget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Downloads files from the internet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wget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URL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wget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https://site/file.tar.gz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curl: Transfers data from URLs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curl [options] URL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curl -I https://example.com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B0081-A510-9428-DF39-373089F7E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E3D8B-020B-99DF-3F1C-8C7E68A9D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traceroute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nmcli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52C07-8DF8-371F-31BE-CC1937E64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traceroute: Traces packet path.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traceroute host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traceroute github.com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nmcli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Manages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NetworkManager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nmcli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device|connection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nmcli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 status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554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4878" y="839991"/>
            <a:ext cx="2580968" cy="685801"/>
          </a:xfrm>
        </p:spPr>
        <p:txBody>
          <a:bodyPr>
            <a:normAutofit/>
          </a:bodyPr>
          <a:lstStyle/>
          <a:p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 &amp; zip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tar: Archives files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tar [options] archive files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tar 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czvf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backup.tar.gz /data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zip: Compresses files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gzip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gzip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large.log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5A64D-E606-A586-C092-CC501569C192}"/>
              </a:ext>
            </a:extLst>
          </p:cNvPr>
          <p:cNvSpPr txBox="1"/>
          <p:nvPr/>
        </p:nvSpPr>
        <p:spPr>
          <a:xfrm>
            <a:off x="648929" y="132105"/>
            <a:ext cx="69710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🗄️🔎</a:t>
            </a:r>
            <a:r>
              <a:rPr lang="en-US" sz="4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Archiving &amp; Search </a:t>
            </a:r>
            <a:endParaRPr lang="en-IN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unzip &amp; find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unzip: Extracts compressed files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unzip archive.zip files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unzip logs.zip *.log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find: Searches for files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 path expression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 /var -name '*.log'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exit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Runs commands as admin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systemctl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restart nginx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exit: Closes terminal session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1061</Words>
  <Application>Microsoft Office PowerPoint</Application>
  <PresentationFormat>On-screen Show (4:3)</PresentationFormat>
  <Paragraphs>210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Arial</vt:lpstr>
      <vt:lpstr>Calibri</vt:lpstr>
      <vt:lpstr>Times New Roman</vt:lpstr>
      <vt:lpstr>Office Theme</vt:lpstr>
      <vt:lpstr>PowerPoint Presentation</vt:lpstr>
      <vt:lpstr>ls &amp; cd</vt:lpstr>
      <vt:lpstr>cp &amp; mv</vt:lpstr>
      <vt:lpstr>pwd &amp; mkdir</vt:lpstr>
      <vt:lpstr>rmdir &amp; rm</vt:lpstr>
      <vt:lpstr>stat &amp; tree</vt:lpstr>
      <vt:lpstr>touch &amp; cat</vt:lpstr>
      <vt:lpstr>less &amp; more</vt:lpstr>
      <vt:lpstr>head &amp; tail</vt:lpstr>
      <vt:lpstr>grep &amp; awk</vt:lpstr>
      <vt:lpstr>sed &amp; wc</vt:lpstr>
      <vt:lpstr>sort &amp; uniq</vt:lpstr>
      <vt:lpstr>chmod &amp; chown</vt:lpstr>
      <vt:lpstr>chgrp &amp; Umask</vt:lpstr>
      <vt:lpstr>ps &amp; kill</vt:lpstr>
      <vt:lpstr>df &amp; du</vt:lpstr>
      <vt:lpstr>free &amp; top</vt:lpstr>
      <vt:lpstr>Systemctl &amp;  journalctl</vt:lpstr>
      <vt:lpstr>id &amp; ifconfig</vt:lpstr>
      <vt:lpstr>uname &amp; whoami</vt:lpstr>
      <vt:lpstr>ip &amp; ping</vt:lpstr>
      <vt:lpstr>wget &amp; curl</vt:lpstr>
      <vt:lpstr>traceroute &amp; nmcli</vt:lpstr>
      <vt:lpstr>tar &amp; zip</vt:lpstr>
      <vt:lpstr>unzip &amp; find</vt:lpstr>
      <vt:lpstr>sudo &amp; exit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shrishanth battu</cp:lastModifiedBy>
  <cp:revision>2</cp:revision>
  <dcterms:created xsi:type="dcterms:W3CDTF">2013-01-27T09:14:16Z</dcterms:created>
  <dcterms:modified xsi:type="dcterms:W3CDTF">2026-01-24T12:27:48Z</dcterms:modified>
  <cp:category/>
</cp:coreProperties>
</file>