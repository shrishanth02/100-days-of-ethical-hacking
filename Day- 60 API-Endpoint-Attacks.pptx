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Kanit Light" panose="020B0604020202020204" charset="-34"/>
      <p:regular r:id="rId17"/>
    </p:embeddedFont>
    <p:embeddedFont>
      <p:font typeface="Martel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208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API Endpoint Attacks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12952"/>
            <a:ext cx="7556421" cy="2052518"/>
          </a:xfrm>
          <a:prstGeom prst="roundRect">
            <a:avLst>
              <a:gd name="adj" fmla="val 4642"/>
            </a:avLst>
          </a:prstGeom>
          <a:solidFill>
            <a:srgbClr val="CFE2D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3926562"/>
            <a:ext cx="28348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896439"/>
            <a:ext cx="65924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Caution:</a:t>
            </a: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Always ensure proper authorization and adherence to ethical guidelines before conducting any API endpoint testing or security assessments. Unauthorized access or testing can have serious legal and ethical repercussions.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514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Are API Endpoint Attacks?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52869"/>
            <a:ext cx="7556421" cy="4081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API endpoints are the gateways to backend services in web applications, typically exposed via HTTP/HTTPS (e.g., RESTful APIs using JSON/XML payloads). Attackers target them because they often handle sensitive data like user info, payments, or auth tokens without the same frontend protections (e.g., client-side validation). Here's how attacks work, common methods, and real-world examples—tailored for pentesting these in authorized scopes.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9055"/>
            <a:ext cx="74948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Mechanics of API Attacks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1462"/>
            <a:ext cx="13042821" cy="76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APIs operate on requests (GET/POST/PUT/DELETE/etc.) to endpoints like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/api/users/{id}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or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/api/v1/login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Attackers exploit: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90518"/>
            <a:ext cx="3090505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190518"/>
            <a:ext cx="121920" cy="2810947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447812"/>
            <a:ext cx="248447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Lack of Authentication/Authorization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646890"/>
            <a:ext cx="24844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Public or weakly protected endpoints.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3190518"/>
            <a:ext cx="3090624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0629" y="3190518"/>
            <a:ext cx="121920" cy="2810947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4459843" y="3447812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Input Mishandling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59843" y="3938230"/>
            <a:ext cx="2484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sanitization, leading to injection or overflow.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3190518"/>
            <a:ext cx="3090624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8067" y="3190518"/>
            <a:ext cx="121920" cy="2810947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7282" y="3447812"/>
            <a:ext cx="24845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Logic Flaws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7282" y="4292560"/>
            <a:ext cx="24845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Bypassing rate limits, IDOR (Insecure Direct Object Reference), or parameter tampering.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10745986" y="3190518"/>
            <a:ext cx="3090624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15506" y="3190518"/>
            <a:ext cx="121920" cy="2810947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11094720" y="3447812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Over-exposure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094720" y="3938230"/>
            <a:ext cx="2484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Endpoints revealing stack traces, versions, or internal data.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256615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CFE2DE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570226"/>
            <a:ext cx="283488" cy="22681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30906" y="654010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Attack flow:</a:t>
            </a: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Enumerate endpoints → Fuzz parameters → Exploit vulns → Escalate (e.g., data exfil, RCE).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21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Attack Techniques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8455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222706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262426"/>
            <a:ext cx="31312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Enumeration &amp; Discovery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2752844"/>
            <a:ext cx="3421499" cy="1164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 tools like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ffuf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gobuster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or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dirsearch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with wordlists (e.g., RAAPI.txt from SecLists).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30906" y="4053840"/>
            <a:ext cx="3421499" cy="200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ffuf -u https://api.target.com/FUZZ -w /path/to/api-wordlist.txt -H "Authorization: Bearer YOUR_TOKEN"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30906" y="6194941"/>
            <a:ext cx="3421499" cy="76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Attackers predict paths like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/debug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/v1/internal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35893" y="218455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0963" y="222706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973008" y="2262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Broken Authentication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73008" y="275284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Bruteforce weak creds, predict tokens, or bypass via missing JWT validation.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973008" y="3977640"/>
            <a:ext cx="3421499" cy="200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Pentest: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hydra -l admin -P rockyou.txt target.com http-post-form "/api/login:username=^USER^&amp;password=^PASS^:Invalid"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77995" y="218455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63065" y="222706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415111" y="2262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Injection Attacks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415111" y="2752844"/>
            <a:ext cx="3421499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SQLi/NoSQLi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Inject payloads in query params/body (e.g.,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{"username": "admin' OR 1=1--"}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).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415111" y="4416743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Command/XSS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If unsanitized, chain to RCE (e.g., GraphQL introspection for schema leaks).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415111" y="6004441"/>
            <a:ext cx="3421499" cy="120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Tool: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sqlmap -u "https://api.target.com/users?id=1" --batch --dump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8072"/>
            <a:ext cx="76434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IDOR, Mass Assignment &amp; More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767013"/>
            <a:ext cx="6571417" cy="3744516"/>
          </a:xfrm>
          <a:prstGeom prst="roundRect">
            <a:avLst>
              <a:gd name="adj" fmla="val 4361"/>
            </a:avLst>
          </a:prstGeom>
          <a:solidFill>
            <a:srgbClr val="437066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993827"/>
            <a:ext cx="30884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IDOR &amp; Mass Assignment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574971"/>
            <a:ext cx="6117788" cy="241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Change </a:t>
            </a:r>
            <a:r>
              <a:rPr lang="en-US" sz="1750" dirty="0">
                <a:solidFill>
                  <a:srgbClr val="FFFFFF"/>
                </a:solidFill>
                <a:highlight>
                  <a:srgbClr val="507D7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user_id=123</a:t>
            </a: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</a:t>
            </a:r>
            <a:r>
              <a:rPr lang="en-US" sz="1750" dirty="0">
                <a:solidFill>
                  <a:srgbClr val="FFFFFF"/>
                </a:solidFill>
                <a:highlight>
                  <a:srgbClr val="507D7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user_id=456</a:t>
            </a: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access others' data.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Mass assign: </a:t>
            </a:r>
            <a:r>
              <a:rPr lang="en-US" sz="1750" dirty="0">
                <a:solidFill>
                  <a:srgbClr val="FFFFFF"/>
                </a:solidFill>
                <a:highlight>
                  <a:srgbClr val="507D7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{"admin": true}</a:t>
            </a: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</a:t>
            </a:r>
            <a:r>
              <a:rPr lang="en-US" sz="1750" dirty="0">
                <a:solidFill>
                  <a:srgbClr val="FFFFFF"/>
                </a:solidFill>
                <a:highlight>
                  <a:srgbClr val="507D7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if blacklisting fails.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Pentest: Burp Intruder to iterate IDs; check responses for leaks.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9938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Rate Limiting &amp; DoS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574971"/>
            <a:ext cx="6244709" cy="1206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Flood endpoints; bypass via rotating IPs/proxies or logic flaws (e.g., auth before limit check).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Tool: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slowloris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or </a:t>
            </a: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hey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for load testing.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07888"/>
            <a:ext cx="55265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API-Specific: BOLA, Excessive Data Exposure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5589032"/>
            <a:ext cx="6244709" cy="84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/api/orders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dumps all users' orders.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GraphQL: Batch queries to evade limits.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371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Pentest Workflow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2285286"/>
            <a:ext cx="6313884" cy="4637127"/>
          </a:xfrm>
          <a:prstGeom prst="roundRect">
            <a:avLst>
              <a:gd name="adj" fmla="val 236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262426"/>
            <a:ext cx="6313884" cy="91440"/>
          </a:xfrm>
          <a:prstGeom prst="roundRect">
            <a:avLst>
              <a:gd name="adj" fmla="val 78140"/>
            </a:avLst>
          </a:prstGeom>
          <a:solidFill>
            <a:srgbClr val="437066"/>
          </a:solidFill>
          <a:ln/>
        </p:spPr>
      </p:sp>
      <p:sp>
        <p:nvSpPr>
          <p:cNvPr id="5" name="Shape 3"/>
          <p:cNvSpPr/>
          <p:nvPr/>
        </p:nvSpPr>
        <p:spPr>
          <a:xfrm>
            <a:off x="3695581" y="2030135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3848695" y="215765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6671" y="2710577"/>
            <a:ext cx="342495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1: Recon &amp; Mapping (1-2 hours)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86671" y="3103840"/>
            <a:ext cx="5928122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1. Collect API docs/spec: Check </a:t>
            </a: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/swagger.json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/openapi.json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</a:t>
            </a: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/.well-known/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Browser dev tools → Network tab for live endpoints.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6671" y="3740587"/>
            <a:ext cx="59281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2. Enumerate endpoints: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6671" y="4122182"/>
            <a:ext cx="5928122" cy="969407"/>
          </a:xfrm>
          <a:prstGeom prst="roundRect">
            <a:avLst>
              <a:gd name="adj" fmla="val 7371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978218" y="4122182"/>
            <a:ext cx="5945029" cy="969407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8239" y="4249698"/>
            <a:ext cx="560498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ffuf -u https://api.target.com/FUZZ -w raft-medium-directories.txt -H "User-Agent: Mozilla/5.0"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gobuster dir -u https://api.target.com -w api-wordlist.txt -x json,xml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6671" y="5235059"/>
            <a:ext cx="59281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3. Parameter discovery: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6671" y="5616654"/>
            <a:ext cx="5928122" cy="731282"/>
          </a:xfrm>
          <a:prstGeom prst="roundRect">
            <a:avLst>
              <a:gd name="adj" fmla="val 9771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218" y="5616654"/>
            <a:ext cx="5945029" cy="731282"/>
          </a:xfrm>
          <a:prstGeom prst="roundRect">
            <a:avLst>
              <a:gd name="adj" fmla="val 3490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8239" y="5744170"/>
            <a:ext cx="56049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wfuzz -c -z file,/usr/share/wordlists/dirbuster/directory-list-2.3-medium.txt --hc 404 -u https://api.target.com/users/FUZZ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6671" y="6491407"/>
            <a:ext cx="59281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Output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Full endpoint list (save to notes.txt).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30346" y="2285286"/>
            <a:ext cx="6313884" cy="3687961"/>
          </a:xfrm>
          <a:prstGeom prst="roundRect">
            <a:avLst>
              <a:gd name="adj" fmla="val 2975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530346" y="2262426"/>
            <a:ext cx="6313884" cy="91440"/>
          </a:xfrm>
          <a:prstGeom prst="roundRect">
            <a:avLst>
              <a:gd name="adj" fmla="val 78140"/>
            </a:avLst>
          </a:prstGeom>
          <a:solidFill>
            <a:srgbClr val="43706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32137" y="2030135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43706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85252" y="215765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23227" y="2710577"/>
            <a:ext cx="392418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2: Authentication Handling (30 min)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723227" y="3103840"/>
            <a:ext cx="59281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1. Identify auth methods (Basic/JWT/OAuth/API keys)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23227" y="3485436"/>
            <a:ext cx="5928122" cy="731282"/>
          </a:xfrm>
          <a:prstGeom prst="roundRect">
            <a:avLst>
              <a:gd name="adj" fmla="val 9771"/>
            </a:avLst>
          </a:prstGeom>
          <a:solidFill>
            <a:srgbClr val="F2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7714774" y="3485436"/>
            <a:ext cx="5945029" cy="731282"/>
          </a:xfrm>
          <a:prstGeom prst="roundRect">
            <a:avLst>
              <a:gd name="adj" fmla="val 3490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7884795" y="3612952"/>
            <a:ext cx="56049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GET "https://api.target.com/info" -H "Authorization: Bearer TOKEN"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23227" y="4360188"/>
            <a:ext cx="59281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2. Extract tokens: Login flow: Burp → login → copy JWT. Decode: jwt.io (check alg=HS256→none swap)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23227" y="4951214"/>
            <a:ext cx="59281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3. Test token weaknesses: Replay without token. Change user_id/roles in JWT payload.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23227" y="5542240"/>
            <a:ext cx="59281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Tools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Burp → Macro → AuthMatrix extension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3812"/>
            <a:ext cx="425291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3: Vulnerability Scanning (Automated - 1 hour)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793790" y="1347907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1. Active scanning: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3790" y="1650206"/>
            <a:ext cx="13042821" cy="415528"/>
          </a:xfrm>
          <a:prstGeom prst="roundRect">
            <a:avLst>
              <a:gd name="adj" fmla="val 1490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6527" y="1650206"/>
            <a:ext cx="13057346" cy="415528"/>
          </a:xfrm>
          <a:prstGeom prst="roundRect">
            <a:avLst>
              <a:gd name="adj" fmla="val 532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33926" y="1760696"/>
            <a:ext cx="127625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nuclei -l endpoints.txt -t cves/ -t misconfiguration/ -t exposures/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3790" y="2173486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2. Specialized scanners: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3790" y="2475786"/>
            <a:ext cx="13042821" cy="610076"/>
          </a:xfrm>
          <a:prstGeom prst="roundRect">
            <a:avLst>
              <a:gd name="adj" fmla="val 10150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6527" y="2475786"/>
            <a:ext cx="13057346" cy="610076"/>
          </a:xfrm>
          <a:prstGeom prst="roundRect">
            <a:avLst>
              <a:gd name="adj" fmla="val 362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33926" y="2586276"/>
            <a:ext cx="127625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sqlmap -u "https://api.target.com/users?id=1" --batch --level=3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graphql-path-enum https://api.target.com/graphql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3790" y="319361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3. Rate limit test: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3790" y="3495913"/>
            <a:ext cx="13042821" cy="415528"/>
          </a:xfrm>
          <a:prstGeom prst="roundRect">
            <a:avLst>
              <a:gd name="adj" fmla="val 14902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527" y="3495913"/>
            <a:ext cx="13057346" cy="415528"/>
          </a:xfrm>
          <a:prstGeom prst="roundRect">
            <a:avLst>
              <a:gd name="adj" fmla="val 5322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933926" y="3606403"/>
            <a:ext cx="127625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hey -n 1000 -c 10 https://api.target.com/login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3790" y="4055150"/>
            <a:ext cx="5455325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4: Manual Testing (Core - 2-4 hours)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4567476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 Burp Suite (Proxy + Repeater + Intruder)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3790" y="4869775"/>
            <a:ext cx="3188851" cy="1265277"/>
          </a:xfrm>
          <a:prstGeom prst="roundRect">
            <a:avLst>
              <a:gd name="adj" fmla="val 5782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550" y="4869775"/>
            <a:ext cx="60960" cy="1265277"/>
          </a:xfrm>
          <a:prstGeom prst="roundRect">
            <a:avLst>
              <a:gd name="adj" fmla="val 101581"/>
            </a:avLst>
          </a:prstGeom>
          <a:solidFill>
            <a:srgbClr val="43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2149" y="50324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IDOR Testing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02149" y="5320189"/>
            <a:ext cx="281785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/api/users/123</a:t>
            </a: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→ Change to 124, 999, admin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78367" y="4869775"/>
            <a:ext cx="3188970" cy="1265277"/>
          </a:xfrm>
          <a:prstGeom prst="roundRect">
            <a:avLst>
              <a:gd name="adj" fmla="val 5782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3127" y="4869775"/>
            <a:ext cx="60960" cy="1265277"/>
          </a:xfrm>
          <a:prstGeom prst="roundRect">
            <a:avLst>
              <a:gd name="adj" fmla="val 101581"/>
            </a:avLst>
          </a:prstGeom>
          <a:solidFill>
            <a:srgbClr val="437066"/>
          </a:solidFill>
          <a:ln/>
        </p:spPr>
      </p:sp>
      <p:sp>
        <p:nvSpPr>
          <p:cNvPr id="23" name="Text 21"/>
          <p:cNvSpPr/>
          <p:nvPr/>
        </p:nvSpPr>
        <p:spPr>
          <a:xfrm>
            <a:off x="4286726" y="50324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Mass Assignment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286726" y="5320189"/>
            <a:ext cx="2817971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/api/profile {"name":"test","admin":true,"is_premium":true}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63063" y="4869775"/>
            <a:ext cx="3188851" cy="1265277"/>
          </a:xfrm>
          <a:prstGeom prst="roundRect">
            <a:avLst>
              <a:gd name="adj" fmla="val 5782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47823" y="4869775"/>
            <a:ext cx="60960" cy="1265277"/>
          </a:xfrm>
          <a:prstGeom prst="roundRect">
            <a:avLst>
              <a:gd name="adj" fmla="val 101581"/>
            </a:avLst>
          </a:prstGeom>
          <a:solidFill>
            <a:srgbClr val="437066"/>
          </a:solidFill>
          <a:ln/>
        </p:spPr>
      </p:sp>
      <p:sp>
        <p:nvSpPr>
          <p:cNvPr id="27" name="Text 25"/>
          <p:cNvSpPr/>
          <p:nvPr/>
        </p:nvSpPr>
        <p:spPr>
          <a:xfrm>
            <a:off x="7571423" y="50324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BOLA/Broken Access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71423" y="5320189"/>
            <a:ext cx="281785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 A token → access User B data. </a:t>
            </a: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/api/admin/users/456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647640" y="4869775"/>
            <a:ext cx="3188970" cy="1265277"/>
          </a:xfrm>
          <a:prstGeom prst="roundRect">
            <a:avLst>
              <a:gd name="adj" fmla="val 5782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32400" y="4869775"/>
            <a:ext cx="60960" cy="1265277"/>
          </a:xfrm>
          <a:prstGeom prst="roundRect">
            <a:avLst>
              <a:gd name="adj" fmla="val 101581"/>
            </a:avLst>
          </a:prstGeom>
          <a:solidFill>
            <a:srgbClr val="437066"/>
          </a:solidFill>
          <a:ln/>
        </p:spPr>
      </p:sp>
      <p:sp>
        <p:nvSpPr>
          <p:cNvPr id="31" name="Text 29"/>
          <p:cNvSpPr/>
          <p:nvPr/>
        </p:nvSpPr>
        <p:spPr>
          <a:xfrm>
            <a:off x="10856000" y="50324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Input Validation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856000" y="5320189"/>
            <a:ext cx="28179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XSS, SQLi: </a:t>
            </a: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1=1--</a:t>
            </a: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XXE payloads via Burp Intruder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3790" y="6230779"/>
            <a:ext cx="3188851" cy="1025009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8550" y="6230779"/>
            <a:ext cx="60960" cy="1025009"/>
          </a:xfrm>
          <a:prstGeom prst="roundRect">
            <a:avLst>
              <a:gd name="adj" fmla="val 101581"/>
            </a:avLst>
          </a:prstGeom>
          <a:solidFill>
            <a:srgbClr val="437066"/>
          </a:solidFill>
          <a:ln/>
        </p:spPr>
      </p:sp>
      <p:sp>
        <p:nvSpPr>
          <p:cNvPr id="35" name="Text 33"/>
          <p:cNvSpPr/>
          <p:nvPr/>
        </p:nvSpPr>
        <p:spPr>
          <a:xfrm>
            <a:off x="1002149" y="639341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Logic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002149" y="6681192"/>
            <a:ext cx="281785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Price tampering: </a:t>
            </a: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{"quantity":999}</a:t>
            </a: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Race conditions: Turbo Intruder script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078367" y="6230779"/>
            <a:ext cx="3188970" cy="1025009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3127" y="6230779"/>
            <a:ext cx="60960" cy="1025009"/>
          </a:xfrm>
          <a:prstGeom prst="roundRect">
            <a:avLst>
              <a:gd name="adj" fmla="val 101581"/>
            </a:avLst>
          </a:prstGeom>
          <a:solidFill>
            <a:srgbClr val="437066"/>
          </a:solidFill>
          <a:ln/>
        </p:spPr>
      </p:sp>
      <p:sp>
        <p:nvSpPr>
          <p:cNvPr id="39" name="Text 37"/>
          <p:cNvSpPr/>
          <p:nvPr/>
        </p:nvSpPr>
        <p:spPr>
          <a:xfrm>
            <a:off x="4286726" y="639341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Error Leakage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4286726" y="6681192"/>
            <a:ext cx="281797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Look for stack traces, versions in 4xx/5xx responses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7765"/>
            <a:ext cx="5614511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5: Exploitation &amp; Chaining (1-2 hours)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680091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1. If RCE found: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3790" y="1982391"/>
            <a:ext cx="13042821" cy="415528"/>
          </a:xfrm>
          <a:prstGeom prst="roundRect">
            <a:avLst>
              <a:gd name="adj" fmla="val 1490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6527" y="1982391"/>
            <a:ext cx="13057346" cy="415528"/>
          </a:xfrm>
          <a:prstGeom prst="roundRect">
            <a:avLst>
              <a:gd name="adj" fmla="val 532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33926" y="2092881"/>
            <a:ext cx="127625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/api/exec -d '{"cmd":"whoami"}'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3790" y="2505670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2. Data Exfiltration: Download all users via IDOR loop. Script: Python requests + threading.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3790" y="2807970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3. Privilege Escalation: Admin endpoint → token → pivot to internal APIs.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3790" y="3110270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 Burp Intruder Payload Script</a:t>
            </a: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(for IDOR):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3790" y="3412569"/>
            <a:ext cx="13042821" cy="610076"/>
          </a:xfrm>
          <a:prstGeom prst="roundRect">
            <a:avLst>
              <a:gd name="adj" fmla="val 10150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86527" y="3412569"/>
            <a:ext cx="13057346" cy="610076"/>
          </a:xfrm>
          <a:prstGeom prst="roundRect">
            <a:avLst>
              <a:gd name="adj" fmla="val 362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933926" y="3523059"/>
            <a:ext cx="127625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§123§ → §§§ (payload positions)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sets: numbers 1-10000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3790" y="4204047"/>
            <a:ext cx="13042821" cy="25956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4373642"/>
            <a:ext cx="3820001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6: Reporting &amp; Cleanup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3790" y="4885968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1. Document findings: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790" y="5188268"/>
            <a:ext cx="13042821" cy="664369"/>
          </a:xfrm>
          <a:prstGeom prst="roundRect">
            <a:avLst>
              <a:gd name="adj" fmla="val 93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410" y="5195888"/>
            <a:ext cx="13027581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9166" y="5260896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Endpoint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58421" y="5260896"/>
            <a:ext cx="165163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Method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12475" y="5260896"/>
            <a:ext cx="165163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Vuln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66528" y="5260896"/>
            <a:ext cx="165163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420582" y="5260896"/>
            <a:ext cx="42610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1410" y="5520452"/>
            <a:ext cx="13027581" cy="324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49166" y="5585460"/>
            <a:ext cx="230683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/api/users/§id§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58421" y="5585460"/>
            <a:ext cx="165163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12475" y="5585460"/>
            <a:ext cx="165163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66528" y="5585460"/>
            <a:ext cx="1651635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20582" y="5585460"/>
            <a:ext cx="426100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Screenshot + curl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3790" y="5960388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2. Evidence: Request/Response screenshots. Video PoC (Burp → Record).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3790" y="6262688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3. Risk Rating: CVSS calculator.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3790" y="6564987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4. Remediation: Auth checks, input validation, RBAC.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3790" y="6867287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Cleanup:</a:t>
            </a: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Revoke tokens, notify client.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824"/>
            <a:ext cx="3005495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Tools Setup (One-liner)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93790" y="1248013"/>
            <a:ext cx="13042821" cy="610076"/>
          </a:xfrm>
          <a:prstGeom prst="roundRect">
            <a:avLst>
              <a:gd name="adj" fmla="val 1015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6527" y="1248013"/>
            <a:ext cx="13057346" cy="610076"/>
          </a:xfrm>
          <a:prstGeom prst="roundRect">
            <a:avLst>
              <a:gd name="adj" fmla="val 362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33926" y="1358503"/>
            <a:ext cx="127625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apt update &amp;&amp; apt install -y burpsuite gobuster ffuf nuclei sqlmap hey wfuzz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 turbo-intruder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3790" y="2001798"/>
            <a:ext cx="3731895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Quick-Start Command Chain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93790" y="2514124"/>
            <a:ext cx="13042821" cy="1193721"/>
          </a:xfrm>
          <a:prstGeom prst="roundRect">
            <a:avLst>
              <a:gd name="adj" fmla="val 5187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786527" y="2514124"/>
            <a:ext cx="13057346" cy="1193721"/>
          </a:xfrm>
          <a:prstGeom prst="roundRect">
            <a:avLst>
              <a:gd name="adj" fmla="val 185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933926" y="2624614"/>
            <a:ext cx="12762548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1. Map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ffuf -u https://target.com/FUZZ -w apis.txt &gt; endpoints.txt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2. Scan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nuclei -l endpoints.txt -t cves/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3. Manual → Burp everything from here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3790" y="3851553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Note</a:t>
            </a:r>
            <a:endParaRPr lang="en-US" sz="2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035" y="4368403"/>
            <a:ext cx="221099" cy="22109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2897" y="4363879"/>
            <a:ext cx="218467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Always proxy through Burp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72897" y="4651653"/>
            <a:ext cx="1256371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(no direct curl after recon)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035" y="5042297"/>
            <a:ext cx="221099" cy="2210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72897" y="503777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Save sessions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272897" y="5325547"/>
            <a:ext cx="1256371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Burp → Project → Save</a:t>
            </a:r>
            <a:endParaRPr lang="en-US" sz="11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035" y="5716191"/>
            <a:ext cx="221099" cy="2210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72897" y="571166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Rate limit yourself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272897" y="5999440"/>
            <a:ext cx="1256371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(respect ToS even with permission)</a:t>
            </a:r>
            <a:endParaRPr lang="en-US" sz="11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035" y="6390084"/>
            <a:ext cx="221099" cy="2210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72897" y="638556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Chain vulns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272897" y="6673334"/>
            <a:ext cx="1256371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IDOR + XSS = account takeover</a:t>
            </a:r>
            <a:endParaRPr lang="en-US" sz="11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035" y="7063978"/>
            <a:ext cx="221099" cy="22109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72897" y="705945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APIs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1272897" y="7347228"/>
            <a:ext cx="1256371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Same flow + Frida for app reverse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927" y="641866"/>
            <a:ext cx="4494848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Attacks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50067" y="1394460"/>
            <a:ext cx="45720" cy="1723906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2"/>
          <p:cNvSpPr/>
          <p:nvPr/>
        </p:nvSpPr>
        <p:spPr>
          <a:xfrm>
            <a:off x="6498431" y="1417320"/>
            <a:ext cx="22474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Parler API Hack (2021)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498431" y="1783794"/>
            <a:ext cx="3470910" cy="131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Attacker enumerated </a:t>
            </a: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/api/v1/comments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without auth, scraped 70TB user data. Exposed via predictable endpoints and no rate limits. (CVE-like: public exposure).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124599" y="1394460"/>
            <a:ext cx="45720" cy="1723906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8" name="Text 5"/>
          <p:cNvSpPr/>
          <p:nvPr/>
        </p:nvSpPr>
        <p:spPr>
          <a:xfrm>
            <a:off x="10372963" y="1417320"/>
            <a:ext cx="247923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Twitter API Breach (2022)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72963" y="1783794"/>
            <a:ext cx="3470910" cy="105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Internal tools leaked via </a:t>
            </a: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/api/2/users/by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with weak employee token scopes—exfiltrated 200M emails. IDOR + token abuse.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50067" y="3357682"/>
            <a:ext cx="45720" cy="1466136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1" name="Text 8"/>
          <p:cNvSpPr/>
          <p:nvPr/>
        </p:nvSpPr>
        <p:spPr>
          <a:xfrm>
            <a:off x="6498431" y="3380542"/>
            <a:ext cx="22474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Shopify (2019)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498431" y="3747016"/>
            <a:ext cx="3470910" cy="105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IDOR in </a:t>
            </a: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let attackers view any store's orders by tweaking merchant IDs. Affected 180+ stores, led to $1M+ fraud.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124599" y="3357682"/>
            <a:ext cx="45720" cy="1466136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1"/>
          <p:cNvSpPr/>
          <p:nvPr/>
        </p:nvSpPr>
        <p:spPr>
          <a:xfrm>
            <a:off x="10372963" y="3380542"/>
            <a:ext cx="22474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Facebook (2019)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372963" y="3747016"/>
            <a:ext cx="3470910" cy="105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/intern/video-call?peer_id=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bypassed auth checks, allowing phone number scraping from 1.5M users via video call endpoint.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50067" y="5063133"/>
            <a:ext cx="45720" cy="950595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4"/>
          <p:cNvSpPr/>
          <p:nvPr/>
        </p:nvSpPr>
        <p:spPr>
          <a:xfrm>
            <a:off x="6498431" y="5085993"/>
            <a:ext cx="22474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Optus (2022)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498431" y="5452467"/>
            <a:ext cx="7345442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Australian telco's API exposed 10M customers via </a:t>
            </a: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/identityservices/creditcard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with no input validation—scraped via sequential IDOR.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72927" y="6151126"/>
            <a:ext cx="7570946" cy="1436608"/>
          </a:xfrm>
          <a:prstGeom prst="roundRect">
            <a:avLst>
              <a:gd name="adj" fmla="val 5256"/>
            </a:avLst>
          </a:prstGeom>
          <a:solidFill>
            <a:srgbClr val="CFE2DE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711" y="6386036"/>
            <a:ext cx="224671" cy="1797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57167" y="6338530"/>
            <a:ext cx="680692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For pentest, start with endpoint mapping (Swagger/OpenAPI docs if available) and auth token handling. Chain vulns: e.g., IDOR → token theft → admin escalation. Tools like Postman, Burp, and AuthMatrix shine here. If you share target details (e.g., API spec, auth type), I can craft specific payloads or scripts.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1550</Words>
  <Application>Microsoft Office PowerPoint</Application>
  <PresentationFormat>Custom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Kanit Light</vt:lpstr>
      <vt:lpstr>Martel Sans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2026-02-25T14:12:00Z</dcterms:created>
  <dcterms:modified xsi:type="dcterms:W3CDTF">2026-02-25T14:12:53Z</dcterms:modified>
</cp:coreProperties>
</file>